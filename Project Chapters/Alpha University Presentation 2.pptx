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657D5F-B89A-796A-B5C8-92460157A74C}" v="10" dt="2025-11-07T21:04:39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duth, Cameren M" userId="S::csudduthm@hc.edu::b5e818de-1b86-4620-b111-2d38e98c04a5" providerId="AD" clId="Web-{75657D5F-B89A-796A-B5C8-92460157A74C}"/>
    <pc:docChg chg="modSld">
      <pc:chgData name="Sudduth, Cameren M" userId="S::csudduthm@hc.edu::b5e818de-1b86-4620-b111-2d38e98c04a5" providerId="AD" clId="Web-{75657D5F-B89A-796A-B5C8-92460157A74C}" dt="2025-11-07T21:04:35.681" v="8" actId="20577"/>
      <pc:docMkLst>
        <pc:docMk/>
      </pc:docMkLst>
      <pc:sldChg chg="modSp">
        <pc:chgData name="Sudduth, Cameren M" userId="S::csudduthm@hc.edu::b5e818de-1b86-4620-b111-2d38e98c04a5" providerId="AD" clId="Web-{75657D5F-B89A-796A-B5C8-92460157A74C}" dt="2025-11-07T21:04:35.681" v="8" actId="20577"/>
        <pc:sldMkLst>
          <pc:docMk/>
          <pc:sldMk cId="478376269" sldId="258"/>
        </pc:sldMkLst>
        <pc:spChg chg="mod">
          <ac:chgData name="Sudduth, Cameren M" userId="S::csudduthm@hc.edu::b5e818de-1b86-4620-b111-2d38e98c04a5" providerId="AD" clId="Web-{75657D5F-B89A-796A-B5C8-92460157A74C}" dt="2025-11-07T21:04:35.681" v="8" actId="20577"/>
          <ac:spMkLst>
            <pc:docMk/>
            <pc:sldMk cId="478376269" sldId="258"/>
            <ac:spMk id="3" creationId="{954C0BE9-9418-E61B-69C3-4DC5E067674F}"/>
          </ac:spMkLst>
        </pc:spChg>
      </pc:sldChg>
    </pc:docChg>
  </pc:docChgLst>
  <pc:docChgLst>
    <pc:chgData name="Cesar, Diana R" userId="S::dcesarr@hc.edu::393a9398-a761-4704-b7b7-17dfa71b249b" providerId="AD" clId="Web-{168717ED-E0FF-FF4B-19DD-CE4DE1C609A3}"/>
    <pc:docChg chg="addSld modSld addMainMaster delMainMaster">
      <pc:chgData name="Cesar, Diana R" userId="S::dcesarr@hc.edu::393a9398-a761-4704-b7b7-17dfa71b249b" providerId="AD" clId="Web-{168717ED-E0FF-FF4B-19DD-CE4DE1C609A3}" dt="2025-10-28T17:49:56.807" v="122" actId="20577"/>
      <pc:docMkLst>
        <pc:docMk/>
      </pc:docMkLst>
      <pc:sldChg chg="addSp delSp modSp mod setBg modClrScheme chgLayout">
        <pc:chgData name="Cesar, Diana R" userId="S::dcesarr@hc.edu::393a9398-a761-4704-b7b7-17dfa71b249b" providerId="AD" clId="Web-{168717ED-E0FF-FF4B-19DD-CE4DE1C609A3}" dt="2025-10-28T17:44:05.835" v="48" actId="20577"/>
        <pc:sldMkLst>
          <pc:docMk/>
          <pc:sldMk cId="109857222" sldId="256"/>
        </pc:sldMkLst>
        <pc:spChg chg="mod">
          <ac:chgData name="Cesar, Diana R" userId="S::dcesarr@hc.edu::393a9398-a761-4704-b7b7-17dfa71b249b" providerId="AD" clId="Web-{168717ED-E0FF-FF4B-19DD-CE4DE1C609A3}" dt="2025-10-28T17:43:39.927" v="17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esar, Diana R" userId="S::dcesarr@hc.edu::393a9398-a761-4704-b7b7-17dfa71b249b" providerId="AD" clId="Web-{168717ED-E0FF-FF4B-19DD-CE4DE1C609A3}" dt="2025-10-28T17:44:05.835" v="48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Cesar, Diana R" userId="S::dcesarr@hc.edu::393a9398-a761-4704-b7b7-17dfa71b249b" providerId="AD" clId="Web-{168717ED-E0FF-FF4B-19DD-CE4DE1C609A3}" dt="2025-10-28T17:43:29.114" v="4"/>
          <ac:spMkLst>
            <pc:docMk/>
            <pc:sldMk cId="109857222" sldId="256"/>
            <ac:spMk id="17" creationId="{CFD1D2CD-954D-4C4D-B505-05EAD159B230}"/>
          </ac:spMkLst>
        </pc:spChg>
        <pc:picChg chg="add">
          <ac:chgData name="Cesar, Diana R" userId="S::dcesarr@hc.edu::393a9398-a761-4704-b7b7-17dfa71b249b" providerId="AD" clId="Web-{168717ED-E0FF-FF4B-19DD-CE4DE1C609A3}" dt="2025-10-28T17:43:29.114" v="4"/>
          <ac:picMkLst>
            <pc:docMk/>
            <pc:sldMk cId="109857222" sldId="256"/>
            <ac:picMk id="19" creationId="{9C5B9EEB-8D32-D7A0-7614-DAA57050906A}"/>
          </ac:picMkLst>
        </pc:picChg>
        <pc:cxnChg chg="add">
          <ac:chgData name="Cesar, Diana R" userId="S::dcesarr@hc.edu::393a9398-a761-4704-b7b7-17dfa71b249b" providerId="AD" clId="Web-{168717ED-E0FF-FF4B-19DD-CE4DE1C609A3}" dt="2025-10-28T17:43:29.114" v="4"/>
          <ac:cxnSpMkLst>
            <pc:docMk/>
            <pc:sldMk cId="109857222" sldId="256"/>
            <ac:cxnSpMk id="18" creationId="{D132AEA7-A24A-45A9-BF8F-D0AFF34DF68C}"/>
          </ac:cxnSpMkLst>
        </pc:cxnChg>
      </pc:sldChg>
      <pc:sldChg chg="addSp delSp modSp new mod setBg modClrScheme chgLayout">
        <pc:chgData name="Cesar, Diana R" userId="S::dcesarr@hc.edu::393a9398-a761-4704-b7b7-17dfa71b249b" providerId="AD" clId="Web-{168717ED-E0FF-FF4B-19DD-CE4DE1C609A3}" dt="2025-10-28T17:45:29.539" v="58" actId="20577"/>
        <pc:sldMkLst>
          <pc:docMk/>
          <pc:sldMk cId="3542788736" sldId="257"/>
        </pc:sldMkLst>
        <pc:spChg chg="add mod ord">
          <ac:chgData name="Cesar, Diana R" userId="S::dcesarr@hc.edu::393a9398-a761-4704-b7b7-17dfa71b249b" providerId="AD" clId="Web-{168717ED-E0FF-FF4B-19DD-CE4DE1C609A3}" dt="2025-10-28T17:45:29.539" v="58" actId="20577"/>
          <ac:spMkLst>
            <pc:docMk/>
            <pc:sldMk cId="3542788736" sldId="257"/>
            <ac:spMk id="6" creationId="{BBEC311E-2ABE-E8C2-ABBB-940C53F77BDB}"/>
          </ac:spMkLst>
        </pc:spChg>
        <pc:spChg chg="add">
          <ac:chgData name="Cesar, Diana R" userId="S::dcesarr@hc.edu::393a9398-a761-4704-b7b7-17dfa71b249b" providerId="AD" clId="Web-{168717ED-E0FF-FF4B-19DD-CE4DE1C609A3}" dt="2025-10-28T17:45:23.335" v="55"/>
          <ac:spMkLst>
            <pc:docMk/>
            <pc:sldMk cId="3542788736" sldId="257"/>
            <ac:spMk id="13" creationId="{19F9BF86-FE94-4517-B97D-026C7515E589}"/>
          </ac:spMkLst>
        </pc:spChg>
        <pc:picChg chg="add mod ord">
          <ac:chgData name="Cesar, Diana R" userId="S::dcesarr@hc.edu::393a9398-a761-4704-b7b7-17dfa71b249b" providerId="AD" clId="Web-{168717ED-E0FF-FF4B-19DD-CE4DE1C609A3}" dt="2025-10-28T17:45:23.335" v="55"/>
          <ac:picMkLst>
            <pc:docMk/>
            <pc:sldMk cId="3542788736" sldId="257"/>
            <ac:picMk id="5" creationId="{CA5E11DF-2C58-CF8B-E84C-29C19184EECE}"/>
          </ac:picMkLst>
        </pc:picChg>
        <pc:cxnChg chg="add">
          <ac:chgData name="Cesar, Diana R" userId="S::dcesarr@hc.edu::393a9398-a761-4704-b7b7-17dfa71b249b" providerId="AD" clId="Web-{168717ED-E0FF-FF4B-19DD-CE4DE1C609A3}" dt="2025-10-28T17:45:23.335" v="55"/>
          <ac:cxnSpMkLst>
            <pc:docMk/>
            <pc:sldMk cId="3542788736" sldId="257"/>
            <ac:cxnSpMk id="11" creationId="{118E06E4-607B-144B-382B-AD3D06B1EE8C}"/>
          </ac:cxnSpMkLst>
        </pc:cxnChg>
        <pc:cxnChg chg="add">
          <ac:chgData name="Cesar, Diana R" userId="S::dcesarr@hc.edu::393a9398-a761-4704-b7b7-17dfa71b249b" providerId="AD" clId="Web-{168717ED-E0FF-FF4B-19DD-CE4DE1C609A3}" dt="2025-10-28T17:45:23.335" v="55"/>
          <ac:cxnSpMkLst>
            <pc:docMk/>
            <pc:sldMk cId="3542788736" sldId="257"/>
            <ac:cxnSpMk id="15" creationId="{8CED01B4-40F2-4CAE-8062-1D4CE8454C35}"/>
          </ac:cxnSpMkLst>
        </pc:cxnChg>
      </pc:sldChg>
      <pc:sldChg chg="addSp modSp new mod setBg modClrScheme chgLayout">
        <pc:chgData name="Cesar, Diana R" userId="S::dcesarr@hc.edu::393a9398-a761-4704-b7b7-17dfa71b249b" providerId="AD" clId="Web-{168717ED-E0FF-FF4B-19DD-CE4DE1C609A3}" dt="2025-10-28T17:49:56.807" v="122" actId="20577"/>
        <pc:sldMkLst>
          <pc:docMk/>
          <pc:sldMk cId="478376269" sldId="258"/>
        </pc:sldMkLst>
        <pc:spChg chg="mod ord">
          <ac:chgData name="Cesar, Diana R" userId="S::dcesarr@hc.edu::393a9398-a761-4704-b7b7-17dfa71b249b" providerId="AD" clId="Web-{168717ED-E0FF-FF4B-19DD-CE4DE1C609A3}" dt="2025-10-28T17:47:19.062" v="70"/>
          <ac:spMkLst>
            <pc:docMk/>
            <pc:sldMk cId="478376269" sldId="258"/>
            <ac:spMk id="2" creationId="{315A082E-2FEA-CE7A-C2FD-074DBD377FCD}"/>
          </ac:spMkLst>
        </pc:spChg>
        <pc:spChg chg="add mod ord">
          <ac:chgData name="Cesar, Diana R" userId="S::dcesarr@hc.edu::393a9398-a761-4704-b7b7-17dfa71b249b" providerId="AD" clId="Web-{168717ED-E0FF-FF4B-19DD-CE4DE1C609A3}" dt="2025-10-28T17:49:56.807" v="122" actId="20577"/>
          <ac:spMkLst>
            <pc:docMk/>
            <pc:sldMk cId="478376269" sldId="258"/>
            <ac:spMk id="3" creationId="{954C0BE9-9418-E61B-69C3-4DC5E067674F}"/>
          </ac:spMkLst>
        </pc:spChg>
        <pc:spChg chg="add">
          <ac:chgData name="Cesar, Diana R" userId="S::dcesarr@hc.edu::393a9398-a761-4704-b7b7-17dfa71b249b" providerId="AD" clId="Web-{168717ED-E0FF-FF4B-19DD-CE4DE1C609A3}" dt="2025-10-28T17:47:19.062" v="70"/>
          <ac:spMkLst>
            <pc:docMk/>
            <pc:sldMk cId="478376269" sldId="258"/>
            <ac:spMk id="8" creationId="{1653AE3C-AC4F-907C-B473-B9A30D21506F}"/>
          </ac:spMkLst>
        </pc:spChg>
      </pc:sldChg>
      <pc:sldMasterChg chg="add del addSldLayout delSldLayout">
        <pc:chgData name="Cesar, Diana R" userId="S::dcesarr@hc.edu::393a9398-a761-4704-b7b7-17dfa71b249b" providerId="AD" clId="Web-{168717ED-E0FF-FF4B-19DD-CE4DE1C609A3}" dt="2025-10-28T17:43:29.114" v="4"/>
        <pc:sldMasterMkLst>
          <pc:docMk/>
          <pc:sldMasterMk cId="3272361550" sldId="2147483695"/>
        </pc:sldMasterMkLst>
        <pc:sldLayoutChg chg="add del">
          <pc:chgData name="Cesar, Diana R" userId="S::dcesarr@hc.edu::393a9398-a761-4704-b7b7-17dfa71b249b" providerId="AD" clId="Web-{168717ED-E0FF-FF4B-19DD-CE4DE1C609A3}" dt="2025-10-28T17:43:29.114" v="4"/>
          <pc:sldLayoutMkLst>
            <pc:docMk/>
            <pc:sldMasterMk cId="3272361550" sldId="2147483695"/>
            <pc:sldLayoutMk cId="1339593540" sldId="2147483684"/>
          </pc:sldLayoutMkLst>
        </pc:sldLayoutChg>
        <pc:sldLayoutChg chg="add del">
          <pc:chgData name="Cesar, Diana R" userId="S::dcesarr@hc.edu::393a9398-a761-4704-b7b7-17dfa71b249b" providerId="AD" clId="Web-{168717ED-E0FF-FF4B-19DD-CE4DE1C609A3}" dt="2025-10-28T17:43:29.114" v="4"/>
          <pc:sldLayoutMkLst>
            <pc:docMk/>
            <pc:sldMasterMk cId="3272361550" sldId="2147483695"/>
            <pc:sldLayoutMk cId="1197605476" sldId="2147483685"/>
          </pc:sldLayoutMkLst>
        </pc:sldLayoutChg>
        <pc:sldLayoutChg chg="add del">
          <pc:chgData name="Cesar, Diana R" userId="S::dcesarr@hc.edu::393a9398-a761-4704-b7b7-17dfa71b249b" providerId="AD" clId="Web-{168717ED-E0FF-FF4B-19DD-CE4DE1C609A3}" dt="2025-10-28T17:43:29.114" v="4"/>
          <pc:sldLayoutMkLst>
            <pc:docMk/>
            <pc:sldMasterMk cId="3272361550" sldId="2147483695"/>
            <pc:sldLayoutMk cId="3527290166" sldId="2147483686"/>
          </pc:sldLayoutMkLst>
        </pc:sldLayoutChg>
        <pc:sldLayoutChg chg="add del">
          <pc:chgData name="Cesar, Diana R" userId="S::dcesarr@hc.edu::393a9398-a761-4704-b7b7-17dfa71b249b" providerId="AD" clId="Web-{168717ED-E0FF-FF4B-19DD-CE4DE1C609A3}" dt="2025-10-28T17:43:29.114" v="4"/>
          <pc:sldLayoutMkLst>
            <pc:docMk/>
            <pc:sldMasterMk cId="3272361550" sldId="2147483695"/>
            <pc:sldLayoutMk cId="398350105" sldId="2147483687"/>
          </pc:sldLayoutMkLst>
        </pc:sldLayoutChg>
        <pc:sldLayoutChg chg="add del">
          <pc:chgData name="Cesar, Diana R" userId="S::dcesarr@hc.edu::393a9398-a761-4704-b7b7-17dfa71b249b" providerId="AD" clId="Web-{168717ED-E0FF-FF4B-19DD-CE4DE1C609A3}" dt="2025-10-28T17:43:29.114" v="4"/>
          <pc:sldLayoutMkLst>
            <pc:docMk/>
            <pc:sldMasterMk cId="3272361550" sldId="2147483695"/>
            <pc:sldLayoutMk cId="1086625251" sldId="2147483688"/>
          </pc:sldLayoutMkLst>
        </pc:sldLayoutChg>
        <pc:sldLayoutChg chg="add del">
          <pc:chgData name="Cesar, Diana R" userId="S::dcesarr@hc.edu::393a9398-a761-4704-b7b7-17dfa71b249b" providerId="AD" clId="Web-{168717ED-E0FF-FF4B-19DD-CE4DE1C609A3}" dt="2025-10-28T17:43:29.114" v="4"/>
          <pc:sldLayoutMkLst>
            <pc:docMk/>
            <pc:sldMasterMk cId="3272361550" sldId="2147483695"/>
            <pc:sldLayoutMk cId="2727778321" sldId="2147483689"/>
          </pc:sldLayoutMkLst>
        </pc:sldLayoutChg>
        <pc:sldLayoutChg chg="add del">
          <pc:chgData name="Cesar, Diana R" userId="S::dcesarr@hc.edu::393a9398-a761-4704-b7b7-17dfa71b249b" providerId="AD" clId="Web-{168717ED-E0FF-FF4B-19DD-CE4DE1C609A3}" dt="2025-10-28T17:43:29.114" v="4"/>
          <pc:sldLayoutMkLst>
            <pc:docMk/>
            <pc:sldMasterMk cId="3272361550" sldId="2147483695"/>
            <pc:sldLayoutMk cId="757169629" sldId="2147483690"/>
          </pc:sldLayoutMkLst>
        </pc:sldLayoutChg>
        <pc:sldLayoutChg chg="add del">
          <pc:chgData name="Cesar, Diana R" userId="S::dcesarr@hc.edu::393a9398-a761-4704-b7b7-17dfa71b249b" providerId="AD" clId="Web-{168717ED-E0FF-FF4B-19DD-CE4DE1C609A3}" dt="2025-10-28T17:43:29.114" v="4"/>
          <pc:sldLayoutMkLst>
            <pc:docMk/>
            <pc:sldMasterMk cId="3272361550" sldId="2147483695"/>
            <pc:sldLayoutMk cId="172758346" sldId="2147483691"/>
          </pc:sldLayoutMkLst>
        </pc:sldLayoutChg>
        <pc:sldLayoutChg chg="add del">
          <pc:chgData name="Cesar, Diana R" userId="S::dcesarr@hc.edu::393a9398-a761-4704-b7b7-17dfa71b249b" providerId="AD" clId="Web-{168717ED-E0FF-FF4B-19DD-CE4DE1C609A3}" dt="2025-10-28T17:43:29.114" v="4"/>
          <pc:sldLayoutMkLst>
            <pc:docMk/>
            <pc:sldMasterMk cId="3272361550" sldId="2147483695"/>
            <pc:sldLayoutMk cId="3417929559" sldId="2147483692"/>
          </pc:sldLayoutMkLst>
        </pc:sldLayoutChg>
        <pc:sldLayoutChg chg="add del">
          <pc:chgData name="Cesar, Diana R" userId="S::dcesarr@hc.edu::393a9398-a761-4704-b7b7-17dfa71b249b" providerId="AD" clId="Web-{168717ED-E0FF-FF4B-19DD-CE4DE1C609A3}" dt="2025-10-28T17:43:29.114" v="4"/>
          <pc:sldLayoutMkLst>
            <pc:docMk/>
            <pc:sldMasterMk cId="3272361550" sldId="2147483695"/>
            <pc:sldLayoutMk cId="2522629640" sldId="2147483693"/>
          </pc:sldLayoutMkLst>
        </pc:sldLayoutChg>
        <pc:sldLayoutChg chg="add del">
          <pc:chgData name="Cesar, Diana R" userId="S::dcesarr@hc.edu::393a9398-a761-4704-b7b7-17dfa71b249b" providerId="AD" clId="Web-{168717ED-E0FF-FF4B-19DD-CE4DE1C609A3}" dt="2025-10-28T17:43:29.114" v="4"/>
          <pc:sldLayoutMkLst>
            <pc:docMk/>
            <pc:sldMasterMk cId="3272361550" sldId="2147483695"/>
            <pc:sldLayoutMk cId="1171810712" sldId="2147483694"/>
          </pc:sldLayoutMkLst>
        </pc:sldLayoutChg>
      </pc:sldMasterChg>
    </pc:docChg>
  </pc:docChgLst>
  <pc:docChgLst>
    <pc:chgData name="Cesar, Diana R" userId="S::dcesarr@hc.edu::393a9398-a761-4704-b7b7-17dfa71b249b" providerId="AD" clId="Web-{5891CB28-AC26-3F72-31DB-C7F0D83992ED}"/>
    <pc:docChg chg="addSld modSld">
      <pc:chgData name="Cesar, Diana R" userId="S::dcesarr@hc.edu::393a9398-a761-4704-b7b7-17dfa71b249b" providerId="AD" clId="Web-{5891CB28-AC26-3F72-31DB-C7F0D83992ED}" dt="2025-10-29T16:51:08.883" v="60" actId="1076"/>
      <pc:docMkLst>
        <pc:docMk/>
      </pc:docMkLst>
      <pc:sldChg chg="addSp delSp modSp">
        <pc:chgData name="Cesar, Diana R" userId="S::dcesarr@hc.edu::393a9398-a761-4704-b7b7-17dfa71b249b" providerId="AD" clId="Web-{5891CB28-AC26-3F72-31DB-C7F0D83992ED}" dt="2025-10-29T16:51:08.883" v="60" actId="1076"/>
        <pc:sldMkLst>
          <pc:docMk/>
          <pc:sldMk cId="3542788736" sldId="257"/>
        </pc:sldMkLst>
        <pc:spChg chg="mod">
          <ac:chgData name="Cesar, Diana R" userId="S::dcesarr@hc.edu::393a9398-a761-4704-b7b7-17dfa71b249b" providerId="AD" clId="Web-{5891CB28-AC26-3F72-31DB-C7F0D83992ED}" dt="2025-10-29T16:49:52.946" v="20" actId="1076"/>
          <ac:spMkLst>
            <pc:docMk/>
            <pc:sldMk cId="3542788736" sldId="257"/>
            <ac:spMk id="6" creationId="{BBEC311E-2ABE-E8C2-ABBB-940C53F77BDB}"/>
          </ac:spMkLst>
        </pc:spChg>
        <pc:picChg chg="mod modCrop">
          <ac:chgData name="Cesar, Diana R" userId="S::dcesarr@hc.edu::393a9398-a761-4704-b7b7-17dfa71b249b" providerId="AD" clId="Web-{5891CB28-AC26-3F72-31DB-C7F0D83992ED}" dt="2025-10-29T16:51:08.883" v="60" actId="1076"/>
          <ac:picMkLst>
            <pc:docMk/>
            <pc:sldMk cId="3542788736" sldId="257"/>
            <ac:picMk id="5" creationId="{CA5E11DF-2C58-CF8B-E84C-29C19184EECE}"/>
          </ac:picMkLst>
        </pc:picChg>
      </pc:sldChg>
      <pc:sldChg chg="addSp delSp modSp new mod setBg modClrScheme delDesignElem chgLayout">
        <pc:chgData name="Cesar, Diana R" userId="S::dcesarr@hc.edu::393a9398-a761-4704-b7b7-17dfa71b249b" providerId="AD" clId="Web-{5891CB28-AC26-3F72-31DB-C7F0D83992ED}" dt="2025-10-29T16:50:13.602" v="26"/>
        <pc:sldMkLst>
          <pc:docMk/>
          <pc:sldMk cId="3365524576" sldId="259"/>
        </pc:sldMkLst>
      </pc:sldChg>
    </pc:docChg>
  </pc:docChgLst>
  <pc:docChgLst>
    <pc:chgData name="Cesar, Diana R" userId="S::dcesarr@hc.edu::393a9398-a761-4704-b7b7-17dfa71b249b" providerId="AD" clId="Web-{2F5C60E4-AA68-85F8-5A0A-BEBE09138D10}"/>
    <pc:docChg chg="modSld">
      <pc:chgData name="Cesar, Diana R" userId="S::dcesarr@hc.edu::393a9398-a761-4704-b7b7-17dfa71b249b" providerId="AD" clId="Web-{2F5C60E4-AA68-85F8-5A0A-BEBE09138D10}" dt="2025-10-28T17:51:33.632" v="6" actId="14100"/>
      <pc:docMkLst>
        <pc:docMk/>
      </pc:docMkLst>
      <pc:sldChg chg="modSp">
        <pc:chgData name="Cesar, Diana R" userId="S::dcesarr@hc.edu::393a9398-a761-4704-b7b7-17dfa71b249b" providerId="AD" clId="Web-{2F5C60E4-AA68-85F8-5A0A-BEBE09138D10}" dt="2025-10-28T17:51:33.632" v="6" actId="14100"/>
        <pc:sldMkLst>
          <pc:docMk/>
          <pc:sldMk cId="109857222" sldId="256"/>
        </pc:sldMkLst>
        <pc:spChg chg="mod">
          <ac:chgData name="Cesar, Diana R" userId="S::dcesarr@hc.edu::393a9398-a761-4704-b7b7-17dfa71b249b" providerId="AD" clId="Web-{2F5C60E4-AA68-85F8-5A0A-BEBE09138D10}" dt="2025-10-28T17:51:09.678" v="5" actId="1410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esar, Diana R" userId="S::dcesarr@hc.edu::393a9398-a761-4704-b7b7-17dfa71b249b" providerId="AD" clId="Web-{2F5C60E4-AA68-85F8-5A0A-BEBE09138D10}" dt="2025-10-28T17:51:33.632" v="6" actId="14100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Cesar, Diana R" userId="S::dcesarr@hc.edu::393a9398-a761-4704-b7b7-17dfa71b249b" providerId="AD" clId="Web-{B554B05A-A572-7117-96D9-26536F66C0E5}"/>
    <pc:docChg chg="addSld modSld sldOrd">
      <pc:chgData name="Cesar, Diana R" userId="S::dcesarr@hc.edu::393a9398-a761-4704-b7b7-17dfa71b249b" providerId="AD" clId="Web-{B554B05A-A572-7117-96D9-26536F66C0E5}" dt="2025-10-29T16:54:09.313" v="35"/>
      <pc:docMkLst>
        <pc:docMk/>
      </pc:docMkLst>
      <pc:sldChg chg="delSp modSp">
        <pc:chgData name="Cesar, Diana R" userId="S::dcesarr@hc.edu::393a9398-a761-4704-b7b7-17dfa71b249b" providerId="AD" clId="Web-{B554B05A-A572-7117-96D9-26536F66C0E5}" dt="2025-10-29T16:51:34.328" v="5" actId="1076"/>
        <pc:sldMkLst>
          <pc:docMk/>
          <pc:sldMk cId="3542788736" sldId="257"/>
        </pc:sldMkLst>
        <pc:spChg chg="mod">
          <ac:chgData name="Cesar, Diana R" userId="S::dcesarr@hc.edu::393a9398-a761-4704-b7b7-17dfa71b249b" providerId="AD" clId="Web-{B554B05A-A572-7117-96D9-26536F66C0E5}" dt="2025-10-29T16:51:27.047" v="2" actId="1076"/>
          <ac:spMkLst>
            <pc:docMk/>
            <pc:sldMk cId="3542788736" sldId="257"/>
            <ac:spMk id="6" creationId="{BBEC311E-2ABE-E8C2-ABBB-940C53F77BDB}"/>
          </ac:spMkLst>
        </pc:spChg>
        <pc:picChg chg="mod">
          <ac:chgData name="Cesar, Diana R" userId="S::dcesarr@hc.edu::393a9398-a761-4704-b7b7-17dfa71b249b" providerId="AD" clId="Web-{B554B05A-A572-7117-96D9-26536F66C0E5}" dt="2025-10-29T16:51:34.328" v="5" actId="1076"/>
          <ac:picMkLst>
            <pc:docMk/>
            <pc:sldMk cId="3542788736" sldId="257"/>
            <ac:picMk id="5" creationId="{CA5E11DF-2C58-CF8B-E84C-29C19184EECE}"/>
          </ac:picMkLst>
        </pc:picChg>
      </pc:sldChg>
      <pc:sldChg chg="addSp modSp ord">
        <pc:chgData name="Cesar, Diana R" userId="S::dcesarr@hc.edu::393a9398-a761-4704-b7b7-17dfa71b249b" providerId="AD" clId="Web-{B554B05A-A572-7117-96D9-26536F66C0E5}" dt="2025-10-29T16:54:09.313" v="35"/>
        <pc:sldMkLst>
          <pc:docMk/>
          <pc:sldMk cId="3365524576" sldId="259"/>
        </pc:sldMkLst>
        <pc:graphicFrameChg chg="mod modGraphic">
          <ac:chgData name="Cesar, Diana R" userId="S::dcesarr@hc.edu::393a9398-a761-4704-b7b7-17dfa71b249b" providerId="AD" clId="Web-{B554B05A-A572-7117-96D9-26536F66C0E5}" dt="2025-10-29T16:51:47.672" v="8" actId="1076"/>
          <ac:graphicFrameMkLst>
            <pc:docMk/>
            <pc:sldMk cId="3365524576" sldId="259"/>
            <ac:graphicFrameMk id="3" creationId="{D6568F58-38B4-5641-95D8-2A86ABB2D5A1}"/>
          </ac:graphicFrameMkLst>
        </pc:graphicFrameChg>
      </pc:sldChg>
      <pc:sldChg chg="addSp delSp modSp new mod setBg">
        <pc:chgData name="Cesar, Diana R" userId="S::dcesarr@hc.edu::393a9398-a761-4704-b7b7-17dfa71b249b" providerId="AD" clId="Web-{B554B05A-A572-7117-96D9-26536F66C0E5}" dt="2025-10-29T16:53:50.610" v="34"/>
        <pc:sldMkLst>
          <pc:docMk/>
          <pc:sldMk cId="1609370541" sldId="260"/>
        </pc:sldMkLst>
        <pc:spChg chg="mod">
          <ac:chgData name="Cesar, Diana R" userId="S::dcesarr@hc.edu::393a9398-a761-4704-b7b7-17dfa71b249b" providerId="AD" clId="Web-{B554B05A-A572-7117-96D9-26536F66C0E5}" dt="2025-10-29T16:53:50.610" v="34"/>
          <ac:spMkLst>
            <pc:docMk/>
            <pc:sldMk cId="1609370541" sldId="260"/>
            <ac:spMk id="2" creationId="{15D42CB5-E871-9836-2516-6ED99FAF89D7}"/>
          </ac:spMkLst>
        </pc:spChg>
        <pc:spChg chg="add">
          <ac:chgData name="Cesar, Diana R" userId="S::dcesarr@hc.edu::393a9398-a761-4704-b7b7-17dfa71b249b" providerId="AD" clId="Web-{B554B05A-A572-7117-96D9-26536F66C0E5}" dt="2025-10-29T16:53:50.610" v="34"/>
          <ac:spMkLst>
            <pc:docMk/>
            <pc:sldMk cId="1609370541" sldId="260"/>
            <ac:spMk id="29" creationId="{19F9BF86-FE94-4517-B97D-026C7515E589}"/>
          </ac:spMkLst>
        </pc:spChg>
        <pc:cxnChg chg="add">
          <ac:chgData name="Cesar, Diana R" userId="S::dcesarr@hc.edu::393a9398-a761-4704-b7b7-17dfa71b249b" providerId="AD" clId="Web-{B554B05A-A572-7117-96D9-26536F66C0E5}" dt="2025-10-29T16:53:50.610" v="34"/>
          <ac:cxnSpMkLst>
            <pc:docMk/>
            <pc:sldMk cId="1609370541" sldId="260"/>
            <ac:cxnSpMk id="28" creationId="{118E06E4-607B-144B-382B-AD3D06B1EE8C}"/>
          </ac:cxnSpMkLst>
        </pc:cxnChg>
        <pc:cxnChg chg="add">
          <ac:chgData name="Cesar, Diana R" userId="S::dcesarr@hc.edu::393a9398-a761-4704-b7b7-17dfa71b249b" providerId="AD" clId="Web-{B554B05A-A572-7117-96D9-26536F66C0E5}" dt="2025-10-29T16:53:50.610" v="34"/>
          <ac:cxnSpMkLst>
            <pc:docMk/>
            <pc:sldMk cId="1609370541" sldId="260"/>
            <ac:cxnSpMk id="30" creationId="{5E10C1D6-7EDE-467F-89EA-E0244EB6238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6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929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29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1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2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93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0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9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0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77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6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490" y="1371600"/>
            <a:ext cx="5228554" cy="3030842"/>
          </a:xfrm>
        </p:spPr>
        <p:txBody>
          <a:bodyPr>
            <a:normAutofit/>
          </a:bodyPr>
          <a:lstStyle/>
          <a:p>
            <a:r>
              <a:rPr lang="en-US" dirty="0"/>
              <a:t>Chapters 3-4 Presentation: Alpha University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3214" y="4584879"/>
            <a:ext cx="5706348" cy="1287887"/>
          </a:xfrm>
        </p:spPr>
        <p:txBody>
          <a:bodyPr>
            <a:normAutofit/>
          </a:bodyPr>
          <a:lstStyle/>
          <a:p>
            <a:r>
              <a:rPr lang="en-US" dirty="0"/>
              <a:t>Group 7:</a:t>
            </a:r>
          </a:p>
          <a:p>
            <a:r>
              <a:rPr lang="en-US" sz="1200" dirty="0"/>
              <a:t>Ashley </a:t>
            </a:r>
            <a:r>
              <a:rPr lang="en-US" sz="1200" err="1"/>
              <a:t>mikel</a:t>
            </a:r>
            <a:r>
              <a:rPr lang="en-US" sz="1200" dirty="0"/>
              <a:t>, </a:t>
            </a:r>
            <a:r>
              <a:rPr lang="en-US" sz="1200" err="1"/>
              <a:t>cameren</a:t>
            </a:r>
            <a:r>
              <a:rPr lang="en-US" sz="1200" dirty="0"/>
              <a:t> </a:t>
            </a:r>
            <a:r>
              <a:rPr lang="en-US" sz="1200" err="1"/>
              <a:t>sudduth</a:t>
            </a:r>
            <a:r>
              <a:rPr lang="en-US" sz="1200" dirty="0"/>
              <a:t>, </a:t>
            </a:r>
            <a:r>
              <a:rPr lang="en-US" sz="1200" err="1"/>
              <a:t>diana</a:t>
            </a:r>
            <a:r>
              <a:rPr lang="en-US" sz="1200" dirty="0"/>
              <a:t> </a:t>
            </a:r>
            <a:r>
              <a:rPr lang="en-US" sz="1200" err="1"/>
              <a:t>cesar</a:t>
            </a:r>
            <a:endParaRPr lang="en-US" sz="16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n abstract genetic concept">
            <a:extLst>
              <a:ext uri="{FF2B5EF4-FFF2-40B4-BE49-F238E27FC236}">
                <a16:creationId xmlns:a16="http://schemas.microsoft.com/office/drawing/2014/main" id="{9C5B9EEB-8D32-D7A0-7614-DAA5705090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8" r="6793" b="1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568F58-38B4-5641-95D8-2A86ABB2D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438000"/>
              </p:ext>
            </p:extLst>
          </p:nvPr>
        </p:nvGraphicFramePr>
        <p:xfrm>
          <a:off x="2060801" y="821191"/>
          <a:ext cx="8068354" cy="52154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75149">
                  <a:extLst>
                    <a:ext uri="{9D8B030D-6E8A-4147-A177-3AD203B41FA5}">
                      <a16:colId xmlns:a16="http://schemas.microsoft.com/office/drawing/2014/main" val="432814029"/>
                    </a:ext>
                  </a:extLst>
                </a:gridCol>
                <a:gridCol w="6693205">
                  <a:extLst>
                    <a:ext uri="{9D8B030D-6E8A-4147-A177-3AD203B41FA5}">
                      <a16:colId xmlns:a16="http://schemas.microsoft.com/office/drawing/2014/main" val="2297378083"/>
                    </a:ext>
                  </a:extLst>
                </a:gridCol>
              </a:tblGrid>
              <a:tr h="678166">
                <a:tc>
                  <a:txBody>
                    <a:bodyPr/>
                    <a:lstStyle/>
                    <a:p>
                      <a:pPr algn="l" fontAlgn="base">
                        <a:lnSpc>
                          <a:spcPts val="2250"/>
                        </a:lnSpc>
                        <a:buNone/>
                      </a:pPr>
                      <a:r>
                        <a:rPr lang="en-US" sz="19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Entity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250"/>
                        </a:lnSpc>
                        <a:buNone/>
                      </a:pPr>
                      <a:r>
                        <a:rPr lang="en-US" sz="19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Attributes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18737"/>
                  </a:ext>
                </a:extLst>
              </a:tr>
              <a:tr h="855781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Donor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sng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DonorID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name, address, phone, email, category, job, lastYearDonation, currentYearDonation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62991"/>
                  </a:ext>
                </a:extLst>
              </a:tr>
              <a:tr h="855781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Pledge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sng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PledgeID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 amountPledged, dateOfPledge, numOfPayments, paymentMethod, creditCardNumber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404783"/>
                  </a:ext>
                </a:extLst>
              </a:tr>
              <a:tr h="565138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Payment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sng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PaymentID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amount, dateReceived, dueDate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714460"/>
                  </a:ext>
                </a:extLst>
              </a:tr>
              <a:tr h="565138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Employer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sng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EmployerID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name, address, contactPerson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790575"/>
                  </a:ext>
                </a:extLst>
              </a:tr>
              <a:tr h="565138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Event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sng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eventName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 eventDate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631658"/>
                  </a:ext>
                </a:extLst>
              </a:tr>
              <a:tr h="565138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DonorCircle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sng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circleName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 amountThreshold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638870"/>
                  </a:ext>
                </a:extLst>
              </a:tr>
              <a:tr h="565138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ClassYear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sng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year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67" marR="34052" marT="21784" marB="163439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013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52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BEC311E-2ABE-E8C2-ABBB-940C53F77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909" y="1313439"/>
            <a:ext cx="3229839" cy="7952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ER Diagram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CA5E11DF-2C58-CF8B-E84C-29C19184E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196" y="1061675"/>
            <a:ext cx="7986404" cy="47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8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A082E-2FEA-CE7A-C2FD-074DBD377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412998" cy="1839433"/>
          </a:xfrm>
        </p:spPr>
        <p:txBody>
          <a:bodyPr>
            <a:normAutofit/>
          </a:bodyPr>
          <a:lstStyle/>
          <a:p>
            <a:r>
              <a:rPr lang="en-US" sz="3600"/>
              <a:t>Relational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C0BE9-9418-E61B-69C3-4DC5E0676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485" y="1014984"/>
            <a:ext cx="8607220" cy="531468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000" b="1" dirty="0">
                <a:latin typeface="Times New Roman"/>
                <a:cs typeface="Times New Roman"/>
              </a:rPr>
              <a:t>1. Donor </a:t>
            </a:r>
            <a:r>
              <a:rPr lang="en-US" sz="1000" dirty="0">
                <a:latin typeface="Times New Roman"/>
                <a:cs typeface="Times New Roman"/>
              </a:rPr>
              <a:t>(</a:t>
            </a:r>
            <a:r>
              <a:rPr lang="en-US" sz="1000" b="1" u="sng" dirty="0" err="1">
                <a:latin typeface="Times New Roman"/>
                <a:cs typeface="Times New Roman"/>
              </a:rPr>
              <a:t>DonorID</a:t>
            </a:r>
            <a:r>
              <a:rPr lang="en-US" sz="1000" b="1" i="1" u="sng" dirty="0">
                <a:latin typeface="Times New Roman"/>
                <a:cs typeface="Times New Roman"/>
              </a:rPr>
              <a:t>,</a:t>
            </a:r>
            <a:r>
              <a:rPr lang="en-US" sz="1000" dirty="0">
                <a:latin typeface="Times New Roman"/>
                <a:cs typeface="Times New Roman"/>
              </a:rPr>
              <a:t> name, address, phone, email, category, job, </a:t>
            </a:r>
            <a:r>
              <a:rPr lang="en-US" sz="1000" dirty="0" err="1">
                <a:latin typeface="Times New Roman"/>
                <a:cs typeface="Times New Roman"/>
              </a:rPr>
              <a:t>lastYearDonation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dirty="0" err="1">
                <a:latin typeface="Times New Roman"/>
                <a:cs typeface="Times New Roman"/>
              </a:rPr>
              <a:t>currentYearDonation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i="1" dirty="0" err="1">
                <a:latin typeface="Times New Roman"/>
                <a:cs typeface="Times New Roman"/>
              </a:rPr>
              <a:t>coordinatorYear</a:t>
            </a:r>
            <a:r>
              <a:rPr lang="en-US" sz="1000" dirty="0">
                <a:latin typeface="Times New Roman"/>
                <a:cs typeface="Times New Roman"/>
              </a:rPr>
              <a:t>)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1000" dirty="0" err="1">
                <a:latin typeface="Times New Roman"/>
                <a:cs typeface="Times New Roman"/>
              </a:rPr>
              <a:t>coordinatorYear</a:t>
            </a:r>
            <a:r>
              <a:rPr lang="en-US" sz="1000" dirty="0">
                <a:latin typeface="Times New Roman"/>
                <a:cs typeface="Times New Roman"/>
              </a:rPr>
              <a:t> is a FK to </a:t>
            </a:r>
            <a:r>
              <a:rPr lang="en-US" sz="1000" dirty="0" err="1">
                <a:latin typeface="Times New Roman"/>
                <a:cs typeface="Times New Roman"/>
              </a:rPr>
              <a:t>ClassYear</a:t>
            </a:r>
            <a:endParaRPr lang="en-US" sz="1000">
              <a:latin typeface="Times New Roman"/>
              <a:cs typeface="Times New Roman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latin typeface="Times New Roman"/>
                <a:cs typeface="Times New Roman"/>
              </a:rPr>
              <a:t>2. Pledge (</a:t>
            </a:r>
            <a:r>
              <a:rPr lang="en-US" sz="1000" b="1" u="sng" dirty="0" err="1">
                <a:latin typeface="Times New Roman"/>
                <a:cs typeface="Times New Roman"/>
              </a:rPr>
              <a:t>PledgedID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dirty="0" err="1">
                <a:latin typeface="Times New Roman"/>
                <a:cs typeface="Times New Roman"/>
              </a:rPr>
              <a:t>amountPledged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dirty="0" err="1">
                <a:latin typeface="Times New Roman"/>
                <a:cs typeface="Times New Roman"/>
              </a:rPr>
              <a:t>dataOfPledge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dirty="0" err="1">
                <a:latin typeface="Times New Roman"/>
                <a:cs typeface="Times New Roman"/>
              </a:rPr>
              <a:t>numOfPayments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dirty="0" err="1">
                <a:latin typeface="Times New Roman"/>
                <a:cs typeface="Times New Roman"/>
              </a:rPr>
              <a:t>paymentMethod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dirty="0" err="1">
                <a:latin typeface="Times New Roman"/>
                <a:cs typeface="Times New Roman"/>
              </a:rPr>
              <a:t>creditCardNumber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i="1" dirty="0" err="1">
                <a:latin typeface="Times New Roman"/>
                <a:cs typeface="Times New Roman"/>
              </a:rPr>
              <a:t>DonorID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i="1" dirty="0" err="1">
                <a:latin typeface="Times New Roman"/>
                <a:cs typeface="Times New Roman"/>
              </a:rPr>
              <a:t>EmployerID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i="1" dirty="0" err="1">
                <a:latin typeface="Times New Roman"/>
                <a:cs typeface="Times New Roman"/>
              </a:rPr>
              <a:t>circleName</a:t>
            </a:r>
            <a:r>
              <a:rPr lang="en-US" sz="1000" dirty="0">
                <a:latin typeface="Times New Roman"/>
                <a:cs typeface="Times New Roman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1000" dirty="0" err="1">
                <a:latin typeface="Times New Roman"/>
                <a:cs typeface="Times New Roman"/>
              </a:rPr>
              <a:t>DonorID</a:t>
            </a:r>
            <a:r>
              <a:rPr lang="en-US" sz="1000" dirty="0">
                <a:latin typeface="Times New Roman"/>
                <a:cs typeface="Times New Roman"/>
              </a:rPr>
              <a:t> is a FK to Donor</a:t>
            </a:r>
          </a:p>
          <a:p>
            <a:pPr>
              <a:lnSpc>
                <a:spcPct val="110000"/>
              </a:lnSpc>
            </a:pPr>
            <a:r>
              <a:rPr lang="en-US" sz="1000" dirty="0" err="1">
                <a:latin typeface="Times New Roman"/>
                <a:cs typeface="Times New Roman"/>
              </a:rPr>
              <a:t>EmployerID</a:t>
            </a:r>
            <a:r>
              <a:rPr lang="en-US" sz="1000" dirty="0">
                <a:latin typeface="Times New Roman"/>
                <a:cs typeface="Times New Roman"/>
              </a:rPr>
              <a:t> is a FK to Employer</a:t>
            </a:r>
          </a:p>
          <a:p>
            <a:pPr>
              <a:lnSpc>
                <a:spcPct val="110000"/>
              </a:lnSpc>
            </a:pPr>
            <a:r>
              <a:rPr lang="en-US" sz="1000" dirty="0" err="1">
                <a:latin typeface="Times New Roman"/>
                <a:cs typeface="Times New Roman"/>
              </a:rPr>
              <a:t>circleName</a:t>
            </a:r>
            <a:r>
              <a:rPr lang="en-US" sz="1000" dirty="0">
                <a:latin typeface="Times New Roman"/>
                <a:cs typeface="Times New Roman"/>
              </a:rPr>
              <a:t> is a FK to </a:t>
            </a:r>
            <a:r>
              <a:rPr lang="en-US" sz="1000" dirty="0" err="1">
                <a:latin typeface="Times New Roman"/>
                <a:cs typeface="Times New Roman"/>
              </a:rPr>
              <a:t>DonorCircle</a:t>
            </a:r>
            <a:endParaRPr lang="en-US" sz="1000" dirty="0">
              <a:latin typeface="Times New Roman"/>
              <a:cs typeface="Times New Roman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latin typeface="Times New Roman"/>
                <a:cs typeface="Times New Roman"/>
              </a:rPr>
              <a:t>3. Payment (</a:t>
            </a:r>
            <a:r>
              <a:rPr lang="en-US" sz="1000" b="1" u="sng" dirty="0" err="1">
                <a:latin typeface="Times New Roman"/>
                <a:cs typeface="Times New Roman"/>
              </a:rPr>
              <a:t>PaymentID</a:t>
            </a:r>
            <a:r>
              <a:rPr lang="en-US" sz="1000" dirty="0">
                <a:latin typeface="Times New Roman"/>
                <a:cs typeface="Times New Roman"/>
              </a:rPr>
              <a:t>, amount, </a:t>
            </a:r>
            <a:r>
              <a:rPr lang="en-US" sz="1000" dirty="0" err="1">
                <a:latin typeface="Times New Roman"/>
                <a:cs typeface="Times New Roman"/>
              </a:rPr>
              <a:t>dateReceived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dirty="0" err="1">
                <a:latin typeface="Times New Roman"/>
                <a:cs typeface="Times New Roman"/>
              </a:rPr>
              <a:t>dueData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i="1" dirty="0" err="1">
                <a:latin typeface="Times New Roman"/>
                <a:cs typeface="Times New Roman"/>
              </a:rPr>
              <a:t>PledgeID</a:t>
            </a:r>
            <a:r>
              <a:rPr lang="en-US" sz="1000" dirty="0">
                <a:latin typeface="Times New Roman"/>
                <a:cs typeface="Times New Roman"/>
              </a:rPr>
              <a:t>)</a:t>
            </a:r>
            <a:endParaRPr lang="en-US" sz="1000" b="1" dirty="0"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1000" dirty="0" err="1">
                <a:latin typeface="Times New Roman"/>
                <a:cs typeface="Times New Roman"/>
              </a:rPr>
              <a:t>PledgeID</a:t>
            </a:r>
            <a:r>
              <a:rPr lang="en-US" sz="1000" dirty="0">
                <a:latin typeface="Times New Roman"/>
                <a:cs typeface="Times New Roman"/>
              </a:rPr>
              <a:t> is a FK to Pledge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latin typeface="Times New Roman"/>
                <a:cs typeface="Times New Roman"/>
              </a:rPr>
              <a:t>4. Employer</a:t>
            </a:r>
            <a:r>
              <a:rPr lang="en-US" sz="1000" dirty="0">
                <a:latin typeface="Times New Roman"/>
                <a:cs typeface="Times New Roman"/>
              </a:rPr>
              <a:t> (</a:t>
            </a:r>
            <a:r>
              <a:rPr lang="en-US" sz="1000" b="1" u="sng" dirty="0" err="1">
                <a:latin typeface="Times New Roman"/>
                <a:cs typeface="Times New Roman"/>
              </a:rPr>
              <a:t>EmployerID</a:t>
            </a:r>
            <a:r>
              <a:rPr lang="en-US" sz="1000" dirty="0">
                <a:latin typeface="Times New Roman"/>
                <a:cs typeface="Times New Roman"/>
              </a:rPr>
              <a:t>, name, address, </a:t>
            </a:r>
            <a:r>
              <a:rPr lang="en-US" sz="1000" dirty="0" err="1">
                <a:latin typeface="Times New Roman"/>
                <a:cs typeface="Times New Roman"/>
              </a:rPr>
              <a:t>contactPerson</a:t>
            </a:r>
            <a:r>
              <a:rPr lang="en-US" sz="1000" dirty="0">
                <a:latin typeface="Times New Roman"/>
                <a:cs typeface="Times New Roman"/>
              </a:rPr>
              <a:t>)</a:t>
            </a:r>
            <a:endParaRPr lang="en-US" sz="1000" b="1" dirty="0"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  <a:buNone/>
            </a:pPr>
            <a:r>
              <a:rPr lang="en-US" sz="1000" b="1" dirty="0">
                <a:latin typeface="Times New Roman"/>
                <a:cs typeface="Times New Roman"/>
              </a:rPr>
              <a:t>5. Event</a:t>
            </a:r>
            <a:r>
              <a:rPr lang="en-US" sz="1000" dirty="0">
                <a:latin typeface="Times New Roman"/>
                <a:cs typeface="Times New Roman"/>
              </a:rPr>
              <a:t> (</a:t>
            </a:r>
            <a:r>
              <a:rPr lang="en-US" sz="1000" b="1" err="1">
                <a:latin typeface="Times New Roman"/>
                <a:cs typeface="Times New Roman"/>
              </a:rPr>
              <a:t>eventName</a:t>
            </a:r>
            <a:r>
              <a:rPr lang="en-US" sz="1000" b="1" dirty="0">
                <a:latin typeface="Times New Roman"/>
                <a:cs typeface="Times New Roman"/>
              </a:rPr>
              <a:t>,</a:t>
            </a:r>
            <a:r>
              <a:rPr lang="en-US" sz="1000" dirty="0">
                <a:latin typeface="Times New Roman"/>
                <a:cs typeface="Times New Roman"/>
              </a:rPr>
              <a:t> </a:t>
            </a:r>
            <a:r>
              <a:rPr lang="en-US" sz="1000" err="1">
                <a:latin typeface="Times New Roman"/>
                <a:cs typeface="Times New Roman"/>
              </a:rPr>
              <a:t>eventDate</a:t>
            </a:r>
            <a:r>
              <a:rPr lang="en-US" sz="1000" dirty="0">
                <a:latin typeface="Times New Roman"/>
                <a:cs typeface="Times New Roman"/>
              </a:rPr>
              <a:t>)</a:t>
            </a:r>
          </a:p>
          <a:p>
            <a:pPr>
              <a:lnSpc>
                <a:spcPct val="110000"/>
              </a:lnSpc>
              <a:buNone/>
            </a:pPr>
            <a:r>
              <a:rPr lang="en-US" sz="1000" b="1" dirty="0">
                <a:latin typeface="Times New Roman"/>
                <a:cs typeface="Times New Roman"/>
              </a:rPr>
              <a:t>6. </a:t>
            </a:r>
            <a:r>
              <a:rPr lang="en-US" sz="1000" b="1" err="1">
                <a:latin typeface="Times New Roman"/>
                <a:cs typeface="Times New Roman"/>
              </a:rPr>
              <a:t>DonorCircle</a:t>
            </a:r>
            <a:r>
              <a:rPr lang="en-US" sz="1000" dirty="0">
                <a:latin typeface="Times New Roman"/>
                <a:cs typeface="Times New Roman"/>
              </a:rPr>
              <a:t> (</a:t>
            </a:r>
            <a:r>
              <a:rPr lang="en-US" sz="1000" b="1" u="sng" err="1">
                <a:latin typeface="Times New Roman"/>
                <a:cs typeface="Times New Roman"/>
              </a:rPr>
              <a:t>circleName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err="1">
                <a:latin typeface="Times New Roman"/>
                <a:cs typeface="Times New Roman"/>
              </a:rPr>
              <a:t>amountThreshold</a:t>
            </a:r>
            <a:r>
              <a:rPr lang="en-US" sz="1000" dirty="0">
                <a:latin typeface="Times New Roman"/>
                <a:cs typeface="Times New Roman"/>
              </a:rPr>
              <a:t>)</a:t>
            </a:r>
          </a:p>
          <a:p>
            <a:pPr>
              <a:lnSpc>
                <a:spcPct val="110000"/>
              </a:lnSpc>
              <a:buNone/>
            </a:pPr>
            <a:r>
              <a:rPr lang="en-US" sz="1000" b="1" dirty="0">
                <a:latin typeface="Times New Roman"/>
                <a:cs typeface="Times New Roman"/>
              </a:rPr>
              <a:t>7. </a:t>
            </a:r>
            <a:r>
              <a:rPr lang="en-US" sz="1000" b="1" dirty="0" err="1">
                <a:latin typeface="Times New Roman"/>
                <a:cs typeface="Times New Roman"/>
              </a:rPr>
              <a:t>ClassYear</a:t>
            </a:r>
            <a:r>
              <a:rPr lang="en-US" sz="1000" dirty="0">
                <a:latin typeface="Times New Roman"/>
                <a:cs typeface="Times New Roman"/>
              </a:rPr>
              <a:t>(</a:t>
            </a:r>
            <a:r>
              <a:rPr lang="en-US" sz="1000" b="1" u="sng" dirty="0">
                <a:latin typeface="Times New Roman"/>
                <a:cs typeface="Times New Roman"/>
              </a:rPr>
              <a:t>year</a:t>
            </a:r>
            <a:r>
              <a:rPr lang="en-US" sz="1000" dirty="0">
                <a:latin typeface="Times New Roman"/>
                <a:cs typeface="Times New Roman"/>
              </a:rPr>
              <a:t>)</a:t>
            </a:r>
          </a:p>
          <a:p>
            <a:pPr>
              <a:lnSpc>
                <a:spcPct val="110000"/>
              </a:lnSpc>
              <a:buNone/>
            </a:pPr>
            <a:r>
              <a:rPr lang="en-US" sz="1000" b="1" dirty="0">
                <a:latin typeface="Times New Roman"/>
                <a:cs typeface="Times New Roman"/>
              </a:rPr>
              <a:t>8. Attended</a:t>
            </a:r>
            <a:r>
              <a:rPr lang="en-US" sz="1000" dirty="0">
                <a:latin typeface="Times New Roman"/>
                <a:cs typeface="Times New Roman"/>
              </a:rPr>
              <a:t> (</a:t>
            </a:r>
            <a:r>
              <a:rPr lang="en-US" sz="1000" b="1" u="sng" dirty="0" err="1">
                <a:latin typeface="Times New Roman"/>
                <a:cs typeface="Times New Roman"/>
              </a:rPr>
              <a:t>DonorID</a:t>
            </a:r>
            <a:r>
              <a:rPr lang="en-US" sz="1000" dirty="0">
                <a:latin typeface="Times New Roman"/>
                <a:cs typeface="Times New Roman"/>
              </a:rPr>
              <a:t>, </a:t>
            </a:r>
            <a:r>
              <a:rPr lang="en-US" sz="1000" b="1" i="1" u="sng" dirty="0" err="1">
                <a:latin typeface="Times New Roman"/>
                <a:cs typeface="Times New Roman"/>
              </a:rPr>
              <a:t>eventName</a:t>
            </a:r>
            <a:r>
              <a:rPr lang="en-US" sz="1000" dirty="0">
                <a:latin typeface="Times New Roman"/>
                <a:cs typeface="Times New Roman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1000" dirty="0" err="1">
                <a:latin typeface="Times New Roman"/>
                <a:cs typeface="Times New Roman"/>
              </a:rPr>
              <a:t>eventName</a:t>
            </a:r>
            <a:r>
              <a:rPr lang="en-US" sz="1000" dirty="0">
                <a:latin typeface="Times New Roman"/>
                <a:cs typeface="Times New Roman"/>
              </a:rPr>
              <a:t> is a FK to Event</a:t>
            </a:r>
          </a:p>
          <a:p>
            <a:pPr>
              <a:lnSpc>
                <a:spcPct val="110000"/>
              </a:lnSpc>
            </a:pPr>
            <a:r>
              <a:rPr lang="en-US" sz="1000" dirty="0" err="1">
                <a:latin typeface="Times New Roman"/>
                <a:cs typeface="Times New Roman"/>
              </a:rPr>
              <a:t>DonorID</a:t>
            </a:r>
            <a:r>
              <a:rPr lang="en-US" sz="1000" dirty="0">
                <a:latin typeface="Times New Roman"/>
                <a:cs typeface="Times New Roman"/>
              </a:rPr>
              <a:t> is a FK to Donor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latin typeface="Times New Roman"/>
                <a:cs typeface="Times New Roman"/>
              </a:rPr>
              <a:t>9. </a:t>
            </a:r>
            <a:r>
              <a:rPr lang="en-US" sz="1000" b="1" dirty="0" err="1">
                <a:latin typeface="Times New Roman"/>
                <a:cs typeface="Times New Roman"/>
              </a:rPr>
              <a:t>ClassifiedBy</a:t>
            </a:r>
            <a:r>
              <a:rPr lang="en-US" sz="1000" dirty="0">
                <a:latin typeface="Times New Roman"/>
                <a:cs typeface="Times New Roman"/>
              </a:rPr>
              <a:t>(</a:t>
            </a:r>
            <a:r>
              <a:rPr lang="en-US" sz="1000" b="1" i="1" u="sng" dirty="0" err="1">
                <a:latin typeface="Times New Roman"/>
                <a:cs typeface="Times New Roman"/>
              </a:rPr>
              <a:t>DonorID</a:t>
            </a:r>
            <a:r>
              <a:rPr lang="en-US" sz="1000" dirty="0">
                <a:latin typeface="Times New Roman"/>
                <a:cs typeface="Times New Roman"/>
              </a:rPr>
              <a:t>,</a:t>
            </a:r>
            <a:r>
              <a:rPr lang="en-US" sz="1000" b="1" u="sng" dirty="0">
                <a:latin typeface="Times New Roman"/>
                <a:cs typeface="Times New Roman"/>
              </a:rPr>
              <a:t> </a:t>
            </a:r>
            <a:r>
              <a:rPr lang="en-US" sz="1000" b="1" i="1" u="sng" dirty="0">
                <a:latin typeface="Times New Roman"/>
                <a:cs typeface="Times New Roman"/>
              </a:rPr>
              <a:t>year</a:t>
            </a:r>
            <a:r>
              <a:rPr lang="en-US" sz="1000" dirty="0">
                <a:latin typeface="Times New Roman"/>
                <a:cs typeface="Times New Roman"/>
              </a:rPr>
              <a:t>, role)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1000" dirty="0" err="1">
                <a:latin typeface="Times New Roman"/>
                <a:cs typeface="Times New Roman"/>
              </a:rPr>
              <a:t>DonorID</a:t>
            </a:r>
            <a:r>
              <a:rPr lang="en-US" sz="1000" dirty="0">
                <a:latin typeface="Times New Roman"/>
                <a:cs typeface="Times New Roman"/>
              </a:rPr>
              <a:t> is a FK to Donor</a:t>
            </a:r>
          </a:p>
          <a:p>
            <a:pPr>
              <a:lnSpc>
                <a:spcPct val="110000"/>
              </a:lnSpc>
            </a:pPr>
            <a:r>
              <a:rPr lang="en-US" sz="1000" dirty="0">
                <a:latin typeface="Times New Roman"/>
                <a:cs typeface="Times New Roman"/>
              </a:rPr>
              <a:t>year is a FK to </a:t>
            </a:r>
            <a:r>
              <a:rPr lang="en-US" sz="1000" dirty="0" err="1">
                <a:latin typeface="Times New Roman"/>
                <a:cs typeface="Times New Roman"/>
              </a:rPr>
              <a:t>ClassYear</a:t>
            </a:r>
            <a:endParaRPr lang="en-US" sz="1000" dirty="0">
              <a:latin typeface="Times New Roman"/>
              <a:cs typeface="Times New Roman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78376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D42CB5-E871-9836-2516-6ED99FAF8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/>
              <a:t>Thank you!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37054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DashVTI</vt:lpstr>
      <vt:lpstr>Chapters 3-4 Presentation: Alpha University</vt:lpstr>
      <vt:lpstr>PowerPoint Presentation</vt:lpstr>
      <vt:lpstr>ER Diagram</vt:lpstr>
      <vt:lpstr>Relational Schema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79</cp:revision>
  <dcterms:created xsi:type="dcterms:W3CDTF">2025-10-28T17:38:31Z</dcterms:created>
  <dcterms:modified xsi:type="dcterms:W3CDTF">2025-11-07T21:04:46Z</dcterms:modified>
</cp:coreProperties>
</file>