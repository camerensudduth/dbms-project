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3" r:id="rId3"/>
    <p:sldId id="257" r:id="rId4"/>
    <p:sldId id="258" r:id="rId5"/>
    <p:sldId id="259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60" r:id="rId14"/>
    <p:sldId id="273" r:id="rId15"/>
    <p:sldId id="274" r:id="rId16"/>
    <p:sldId id="275" r:id="rId17"/>
    <p:sldId id="276" r:id="rId18"/>
    <p:sldId id="277" r:id="rId19"/>
    <p:sldId id="278" r:id="rId20"/>
    <p:sldId id="261" r:id="rId21"/>
    <p:sldId id="279" r:id="rId22"/>
    <p:sldId id="262" r:id="rId23"/>
    <p:sldId id="281" r:id="rId24"/>
    <p:sldId id="263" r:id="rId25"/>
    <p:sldId id="282" r:id="rId26"/>
    <p:sldId id="264" r:id="rId27"/>
    <p:sldId id="280" r:id="rId28"/>
    <p:sldId id="265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FF2960-1AF8-4340-4EF1-473E88915402}" v="4" dt="2025-10-02T05:20:33.583"/>
    <p1510:client id="{6AF5F035-9AC7-702E-D824-18F04EE309DD}" v="2" dt="2025-10-02T15:49:53.244"/>
    <p1510:client id="{934B512E-F1E5-70A8-8A17-1AC44E70A91A}" v="1" dt="2025-10-02T10:00:24.219"/>
    <p1510:client id="{DD146112-6298-300A-1605-EEDFB3BA6BB7}" v="2" dt="2025-10-01T05:05:00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duth, Cameren M" userId="S::csudduthm@hc.edu::b5e818de-1b86-4620-b111-2d38e98c04a5" providerId="AD" clId="Web-{23DF20F9-0211-F381-AB5D-934970012628}"/>
    <pc:docChg chg="addSld delSld modSld">
      <pc:chgData name="Sudduth, Cameren M" userId="S::csudduthm@hc.edu::b5e818de-1b86-4620-b111-2d38e98c04a5" providerId="AD" clId="Web-{23DF20F9-0211-F381-AB5D-934970012628}" dt="2025-09-29T23:36:42.891" v="214"/>
      <pc:docMkLst>
        <pc:docMk/>
      </pc:docMkLst>
      <pc:sldChg chg="addSp delSp modSp">
        <pc:chgData name="Sudduth, Cameren M" userId="S::csudduthm@hc.edu::b5e818de-1b86-4620-b111-2d38e98c04a5" providerId="AD" clId="Web-{23DF20F9-0211-F381-AB5D-934970012628}" dt="2025-09-29T23:11:38.787" v="69"/>
        <pc:sldMkLst>
          <pc:docMk/>
          <pc:sldMk cId="0" sldId="257"/>
        </pc:sldMkLst>
        <pc:picChg chg="add del mod">
          <ac:chgData name="Sudduth, Cameren M" userId="S::csudduthm@hc.edu::b5e818de-1b86-4620-b111-2d38e98c04a5" providerId="AD" clId="Web-{23DF20F9-0211-F381-AB5D-934970012628}" dt="2025-09-29T23:11:29.724" v="67"/>
          <ac:picMkLst>
            <pc:docMk/>
            <pc:sldMk cId="0" sldId="257"/>
            <ac:picMk id="30" creationId="{8A56E923-6E9B-C6A8-146F-45B71AD2011A}"/>
          </ac:picMkLst>
        </pc:picChg>
      </pc:sldChg>
      <pc:sldChg chg="addSp delSp modSp">
        <pc:chgData name="Sudduth, Cameren M" userId="S::csudduthm@hc.edu::b5e818de-1b86-4620-b111-2d38e98c04a5" providerId="AD" clId="Web-{23DF20F9-0211-F381-AB5D-934970012628}" dt="2025-09-29T22:32:53.975" v="58" actId="1076"/>
        <pc:sldMkLst>
          <pc:docMk/>
          <pc:sldMk cId="0" sldId="258"/>
        </pc:sldMkLst>
        <pc:picChg chg="add mod">
          <ac:chgData name="Sudduth, Cameren M" userId="S::csudduthm@hc.edu::b5e818de-1b86-4620-b111-2d38e98c04a5" providerId="AD" clId="Web-{23DF20F9-0211-F381-AB5D-934970012628}" dt="2025-09-29T22:32:53.975" v="58" actId="1076"/>
          <ac:picMkLst>
            <pc:docMk/>
            <pc:sldMk cId="0" sldId="258"/>
            <ac:picMk id="43" creationId="{24FE6FA1-C3A3-D11F-B24F-DE64C853900C}"/>
          </ac:picMkLst>
        </pc:picChg>
      </pc:sldChg>
      <pc:sldChg chg="addSp delSp modSp mod setBg">
        <pc:chgData name="Sudduth, Cameren M" userId="S::csudduthm@hc.edu::b5e818de-1b86-4620-b111-2d38e98c04a5" providerId="AD" clId="Web-{23DF20F9-0211-F381-AB5D-934970012628}" dt="2025-09-29T23:34:07.639" v="212" actId="1076"/>
        <pc:sldMkLst>
          <pc:docMk/>
          <pc:sldMk cId="0" sldId="262"/>
        </pc:sldMkLst>
        <pc:spChg chg="mod">
          <ac:chgData name="Sudduth, Cameren M" userId="S::csudduthm@hc.edu::b5e818de-1b86-4620-b111-2d38e98c04a5" providerId="AD" clId="Web-{23DF20F9-0211-F381-AB5D-934970012628}" dt="2025-09-29T23:33:29.232" v="208" actId="1076"/>
          <ac:spMkLst>
            <pc:docMk/>
            <pc:sldMk cId="0" sldId="262"/>
            <ac:spMk id="2" creationId="{00000000-0000-0000-0000-000000000000}"/>
          </ac:spMkLst>
        </pc:spChg>
        <pc:spChg chg="add">
          <ac:chgData name="Sudduth, Cameren M" userId="S::csudduthm@hc.edu::b5e818de-1b86-4620-b111-2d38e98c04a5" providerId="AD" clId="Web-{23DF20F9-0211-F381-AB5D-934970012628}" dt="2025-09-29T23:31:57.636" v="191"/>
          <ac:spMkLst>
            <pc:docMk/>
            <pc:sldMk cId="0" sldId="262"/>
            <ac:spMk id="13" creationId="{256B2C21-A230-48C0-8DF1-C46611373C44}"/>
          </ac:spMkLst>
        </pc:spChg>
        <pc:spChg chg="add">
          <ac:chgData name="Sudduth, Cameren M" userId="S::csudduthm@hc.edu::b5e818de-1b86-4620-b111-2d38e98c04a5" providerId="AD" clId="Web-{23DF20F9-0211-F381-AB5D-934970012628}" dt="2025-09-29T23:31:57.636" v="191"/>
          <ac:spMkLst>
            <pc:docMk/>
            <pc:sldMk cId="0" sldId="262"/>
            <ac:spMk id="15" creationId="{3847E18C-932D-4C95-AABA-FEC7C9499AD7}"/>
          </ac:spMkLst>
        </pc:spChg>
        <pc:spChg chg="add">
          <ac:chgData name="Sudduth, Cameren M" userId="S::csudduthm@hc.edu::b5e818de-1b86-4620-b111-2d38e98c04a5" providerId="AD" clId="Web-{23DF20F9-0211-F381-AB5D-934970012628}" dt="2025-09-29T23:31:57.636" v="191"/>
          <ac:spMkLst>
            <pc:docMk/>
            <pc:sldMk cId="0" sldId="262"/>
            <ac:spMk id="16" creationId="{43F8A58B-5155-44CE-A5FF-7647B47D0A7A}"/>
          </ac:spMkLst>
        </pc:spChg>
        <pc:spChg chg="add">
          <ac:chgData name="Sudduth, Cameren M" userId="S::csudduthm@hc.edu::b5e818de-1b86-4620-b111-2d38e98c04a5" providerId="AD" clId="Web-{23DF20F9-0211-F381-AB5D-934970012628}" dt="2025-09-29T23:31:57.636" v="191"/>
          <ac:spMkLst>
            <pc:docMk/>
            <pc:sldMk cId="0" sldId="262"/>
            <ac:spMk id="17" creationId="{3150CB11-0C61-439E-910F-5787759E72A0}"/>
          </ac:spMkLst>
        </pc:spChg>
        <pc:spChg chg="add mod">
          <ac:chgData name="Sudduth, Cameren M" userId="S::csudduthm@hc.edu::b5e818de-1b86-4620-b111-2d38e98c04a5" providerId="AD" clId="Web-{23DF20F9-0211-F381-AB5D-934970012628}" dt="2025-09-29T23:34:07.639" v="212" actId="1076"/>
          <ac:spMkLst>
            <pc:docMk/>
            <pc:sldMk cId="0" sldId="262"/>
            <ac:spMk id="19" creationId="{5C9A1235-BA5A-A4D8-11B2-E8ACDCCC9A69}"/>
          </ac:spMkLst>
        </pc:spChg>
        <pc:spChg chg="add">
          <ac:chgData name="Sudduth, Cameren M" userId="S::csudduthm@hc.edu::b5e818de-1b86-4620-b111-2d38e98c04a5" providerId="AD" clId="Web-{23DF20F9-0211-F381-AB5D-934970012628}" dt="2025-09-29T23:31:57.636" v="191"/>
          <ac:spMkLst>
            <pc:docMk/>
            <pc:sldMk cId="0" sldId="262"/>
            <ac:spMk id="21" creationId="{443F2ACA-E6D6-4028-82DD-F03C262D5DE6}"/>
          </ac:spMkLst>
        </pc:spChg>
      </pc:sldChg>
    </pc:docChg>
  </pc:docChgLst>
  <pc:docChgLst>
    <pc:chgData name="Guest User" userId="S::urn:spo:tenantanon#3d51fefe-eb5b-4203-be52-640589e6bf13::" providerId="AD" clId="Web-{934B512E-F1E5-70A8-8A17-1AC44E70A91A}"/>
    <pc:docChg chg="modSld">
      <pc:chgData name="Guest User" userId="S::urn:spo:tenantanon#3d51fefe-eb5b-4203-be52-640589e6bf13::" providerId="AD" clId="Web-{934B512E-F1E5-70A8-8A17-1AC44E70A91A}" dt="2025-10-02T10:00:24.219" v="0" actId="1076"/>
      <pc:docMkLst>
        <pc:docMk/>
      </pc:docMkLst>
      <pc:sldChg chg="modSp">
        <pc:chgData name="Guest User" userId="S::urn:spo:tenantanon#3d51fefe-eb5b-4203-be52-640589e6bf13::" providerId="AD" clId="Web-{934B512E-F1E5-70A8-8A17-1AC44E70A91A}" dt="2025-10-02T10:00:24.219" v="0" actId="1076"/>
        <pc:sldMkLst>
          <pc:docMk/>
          <pc:sldMk cId="2317379017" sldId="279"/>
        </pc:sldMkLst>
        <pc:picChg chg="mod">
          <ac:chgData name="Guest User" userId="S::urn:spo:tenantanon#3d51fefe-eb5b-4203-be52-640589e6bf13::" providerId="AD" clId="Web-{934B512E-F1E5-70A8-8A17-1AC44E70A91A}" dt="2025-10-02T10:00:24.219" v="0" actId="1076"/>
          <ac:picMkLst>
            <pc:docMk/>
            <pc:sldMk cId="2317379017" sldId="279"/>
            <ac:picMk id="4" creationId="{59D8C824-D278-34B2-3EF8-DF465A92EE5D}"/>
          </ac:picMkLst>
        </pc:picChg>
      </pc:sldChg>
    </pc:docChg>
  </pc:docChgLst>
  <pc:docChgLst>
    <pc:chgData name="Mikel, Ashley D" userId="S::amikeld@hc.edu::70f21c7a-3047-4499-bb39-d6dcd3904123" providerId="AD" clId="Web-{21FF2960-1AF8-4340-4EF1-473E88915402}"/>
    <pc:docChg chg="addSld delSld modSld">
      <pc:chgData name="Mikel, Ashley D" userId="S::amikeld@hc.edu::70f21c7a-3047-4499-bb39-d6dcd3904123" providerId="AD" clId="Web-{21FF2960-1AF8-4340-4EF1-473E88915402}" dt="2025-10-02T05:20:33.583" v="3" actId="1076"/>
      <pc:docMkLst>
        <pc:docMk/>
      </pc:docMkLst>
      <pc:sldChg chg="modSp">
        <pc:chgData name="Mikel, Ashley D" userId="S::amikeld@hc.edu::70f21c7a-3047-4499-bb39-d6dcd3904123" providerId="AD" clId="Web-{21FF2960-1AF8-4340-4EF1-473E88915402}" dt="2025-10-02T05:20:33.583" v="3" actId="1076"/>
        <pc:sldMkLst>
          <pc:docMk/>
          <pc:sldMk cId="2317379017" sldId="279"/>
        </pc:sldMkLst>
        <pc:picChg chg="mod">
          <ac:chgData name="Mikel, Ashley D" userId="S::amikeld@hc.edu::70f21c7a-3047-4499-bb39-d6dcd3904123" providerId="AD" clId="Web-{21FF2960-1AF8-4340-4EF1-473E88915402}" dt="2025-10-02T05:20:33.583" v="3" actId="1076"/>
          <ac:picMkLst>
            <pc:docMk/>
            <pc:sldMk cId="2317379017" sldId="279"/>
            <ac:picMk id="4" creationId="{59D8C824-D278-34B2-3EF8-DF465A92EE5D}"/>
          </ac:picMkLst>
        </pc:picChg>
      </pc:sldChg>
      <pc:sldChg chg="modSp">
        <pc:chgData name="Mikel, Ashley D" userId="S::amikeld@hc.edu::70f21c7a-3047-4499-bb39-d6dcd3904123" providerId="AD" clId="Web-{21FF2960-1AF8-4340-4EF1-473E88915402}" dt="2025-10-02T05:14:54.120" v="0" actId="1076"/>
        <pc:sldMkLst>
          <pc:docMk/>
          <pc:sldMk cId="1924085377" sldId="280"/>
        </pc:sldMkLst>
        <pc:picChg chg="mod">
          <ac:chgData name="Mikel, Ashley D" userId="S::amikeld@hc.edu::70f21c7a-3047-4499-bb39-d6dcd3904123" providerId="AD" clId="Web-{21FF2960-1AF8-4340-4EF1-473E88915402}" dt="2025-10-02T05:14:54.120" v="0" actId="1076"/>
          <ac:picMkLst>
            <pc:docMk/>
            <pc:sldMk cId="1924085377" sldId="280"/>
            <ac:picMk id="4" creationId="{6046E406-9721-92A4-4886-27CB1A29E09E}"/>
          </ac:picMkLst>
        </pc:picChg>
      </pc:sldChg>
      <pc:sldChg chg="new del">
        <pc:chgData name="Mikel, Ashley D" userId="S::amikeld@hc.edu::70f21c7a-3047-4499-bb39-d6dcd3904123" providerId="AD" clId="Web-{21FF2960-1AF8-4340-4EF1-473E88915402}" dt="2025-10-02T05:19:46.533" v="2"/>
        <pc:sldMkLst>
          <pc:docMk/>
          <pc:sldMk cId="511493052" sldId="284"/>
        </pc:sldMkLst>
      </pc:sldChg>
    </pc:docChg>
  </pc:docChgLst>
  <pc:docChgLst>
    <pc:chgData name="Guest User" userId="S::urn:spo:tenantanon#3d51fefe-eb5b-4203-be52-640589e6bf13::" providerId="AD" clId="Web-{6AF5F035-9AC7-702E-D824-18F04EE309DD}"/>
    <pc:docChg chg="modSld">
      <pc:chgData name="Guest User" userId="S::urn:spo:tenantanon#3d51fefe-eb5b-4203-be52-640589e6bf13::" providerId="AD" clId="Web-{6AF5F035-9AC7-702E-D824-18F04EE309DD}" dt="2025-10-02T15:49:53.244" v="1" actId="1076"/>
      <pc:docMkLst>
        <pc:docMk/>
      </pc:docMkLst>
      <pc:sldChg chg="modSp">
        <pc:chgData name="Guest User" userId="S::urn:spo:tenantanon#3d51fefe-eb5b-4203-be52-640589e6bf13::" providerId="AD" clId="Web-{6AF5F035-9AC7-702E-D824-18F04EE309DD}" dt="2025-10-02T15:49:53.244" v="1" actId="1076"/>
        <pc:sldMkLst>
          <pc:docMk/>
          <pc:sldMk cId="740177160" sldId="273"/>
        </pc:sldMkLst>
        <pc:picChg chg="mod">
          <ac:chgData name="Guest User" userId="S::urn:spo:tenantanon#3d51fefe-eb5b-4203-be52-640589e6bf13::" providerId="AD" clId="Web-{6AF5F035-9AC7-702E-D824-18F04EE309DD}" dt="2025-10-02T15:49:53.244" v="1" actId="1076"/>
          <ac:picMkLst>
            <pc:docMk/>
            <pc:sldMk cId="740177160" sldId="273"/>
            <ac:picMk id="4" creationId="{F060F86F-8BFA-173C-66CA-744249A28862}"/>
          </ac:picMkLst>
        </pc:picChg>
      </pc:sldChg>
    </pc:docChg>
  </pc:docChgLst>
  <pc:docChgLst>
    <pc:chgData name="Mikel, Ashley D" userId="S::amikeld@hc.edu::70f21c7a-3047-4499-bb39-d6dcd3904123" providerId="AD" clId="Web-{DD146112-6298-300A-1605-EEDFB3BA6BB7}"/>
    <pc:docChg chg="modSld">
      <pc:chgData name="Mikel, Ashley D" userId="S::amikeld@hc.edu::70f21c7a-3047-4499-bb39-d6dcd3904123" providerId="AD" clId="Web-{DD146112-6298-300A-1605-EEDFB3BA6BB7}" dt="2025-10-01T05:05:00.730" v="1" actId="20577"/>
      <pc:docMkLst>
        <pc:docMk/>
      </pc:docMkLst>
      <pc:sldChg chg="modSp">
        <pc:chgData name="Mikel, Ashley D" userId="S::amikeld@hc.edu::70f21c7a-3047-4499-bb39-d6dcd3904123" providerId="AD" clId="Web-{DD146112-6298-300A-1605-EEDFB3BA6BB7}" dt="2025-10-01T05:05:00.730" v="1" actId="20577"/>
        <pc:sldMkLst>
          <pc:docMk/>
          <pc:sldMk cId="0" sldId="258"/>
        </pc:sldMkLst>
        <pc:spChg chg="mod">
          <ac:chgData name="Mikel, Ashley D" userId="S::amikeld@hc.edu::70f21c7a-3047-4499-bb39-d6dcd3904123" providerId="AD" clId="Web-{DD146112-6298-300A-1605-EEDFB3BA6BB7}" dt="2025-10-01T05:05:00.730" v="1" actId="20577"/>
          <ac:spMkLst>
            <pc:docMk/>
            <pc:sldMk cId="0" sldId="258"/>
            <ac:spMk id="2" creationId="{00000000-0000-0000-0000-000000000000}"/>
          </ac:spMkLst>
        </pc:spChg>
      </pc:sldChg>
    </pc:docChg>
  </pc:docChgLst>
  <pc:docChgLst>
    <pc:chgData name="Mikel, Ashley D" userId="S::amikeld@hc.edu::70f21c7a-3047-4499-bb39-d6dcd3904123" providerId="AD" clId="Web-{0DAF909C-D41F-CCCB-033A-DAF7EC5CDD6D}"/>
    <pc:docChg chg="modSld">
      <pc:chgData name="Mikel, Ashley D" userId="S::amikeld@hc.edu::70f21c7a-3047-4499-bb39-d6dcd3904123" providerId="AD" clId="Web-{0DAF909C-D41F-CCCB-033A-DAF7EC5CDD6D}" dt="2025-09-29T23:27:21.115" v="131"/>
      <pc:docMkLst>
        <pc:docMk/>
      </pc:docMkLst>
      <pc:sldChg chg="addSp delSp modSp mod setBg">
        <pc:chgData name="Mikel, Ashley D" userId="S::amikeld@hc.edu::70f21c7a-3047-4499-bb39-d6dcd3904123" providerId="AD" clId="Web-{0DAF909C-D41F-CCCB-033A-DAF7EC5CDD6D}" dt="2025-09-29T23:27:21.115" v="131"/>
        <pc:sldMkLst>
          <pc:docMk/>
          <pc:sldMk cId="0" sldId="262"/>
        </pc:sldMkLst>
        <pc:spChg chg="mod">
          <ac:chgData name="Mikel, Ashley D" userId="S::amikeld@hc.edu::70f21c7a-3047-4499-bb39-d6dcd3904123" providerId="AD" clId="Web-{0DAF909C-D41F-CCCB-033A-DAF7EC5CDD6D}" dt="2025-09-29T23:14:28.578" v="73"/>
          <ac:spMkLst>
            <pc:docMk/>
            <pc:sldMk cId="0" sldId="262"/>
            <ac:spMk id="2" creationId="{00000000-0000-0000-0000-000000000000}"/>
          </ac:spMkLst>
        </pc:spChg>
      </pc:sldChg>
      <pc:sldChg chg="modSp">
        <pc:chgData name="Mikel, Ashley D" userId="S::amikeld@hc.edu::70f21c7a-3047-4499-bb39-d6dcd3904123" providerId="AD" clId="Web-{0DAF909C-D41F-CCCB-033A-DAF7EC5CDD6D}" dt="2025-09-29T22:59:11.744" v="3" actId="20577"/>
        <pc:sldMkLst>
          <pc:docMk/>
          <pc:sldMk cId="0" sldId="263"/>
        </pc:sldMkLst>
        <pc:spChg chg="mod">
          <ac:chgData name="Mikel, Ashley D" userId="S::amikeld@hc.edu::70f21c7a-3047-4499-bb39-d6dcd3904123" providerId="AD" clId="Web-{0DAF909C-D41F-CCCB-033A-DAF7EC5CDD6D}" dt="2025-09-29T22:59:11.744" v="3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Mikel, Ashley D" userId="S::amikeld@hc.edu::70f21c7a-3047-4499-bb39-d6dcd3904123" providerId="AD" clId="Web-{0DAF909C-D41F-CCCB-033A-DAF7EC5CDD6D}" dt="2025-09-29T22:59:22.057" v="5" actId="20577"/>
        <pc:sldMkLst>
          <pc:docMk/>
          <pc:sldMk cId="0" sldId="264"/>
        </pc:sldMkLst>
        <pc:spChg chg="mod">
          <ac:chgData name="Mikel, Ashley D" userId="S::amikeld@hc.edu::70f21c7a-3047-4499-bb39-d6dcd3904123" providerId="AD" clId="Web-{0DAF909C-D41F-CCCB-033A-DAF7EC5CDD6D}" dt="2025-09-29T22:59:22.057" v="5" actId="20577"/>
          <ac:spMkLst>
            <pc:docMk/>
            <pc:sldMk cId="0" sldId="264"/>
            <ac:spMk id="3" creationId="{00000000-0000-0000-0000-000000000000}"/>
          </ac:spMkLst>
        </pc:spChg>
      </pc:sldChg>
      <pc:sldChg chg="addSp delSp modSp mod setBg setClrOvrMap">
        <pc:chgData name="Mikel, Ashley D" userId="S::amikeld@hc.edu::70f21c7a-3047-4499-bb39-d6dcd3904123" providerId="AD" clId="Web-{0DAF909C-D41F-CCCB-033A-DAF7EC5CDD6D}" dt="2025-09-29T23:27:01.630" v="127" actId="20577"/>
        <pc:sldMkLst>
          <pc:docMk/>
          <pc:sldMk cId="0" sldId="265"/>
        </pc:sldMkLst>
        <pc:spChg chg="mod">
          <ac:chgData name="Mikel, Ashley D" userId="S::amikeld@hc.edu::70f21c7a-3047-4499-bb39-d6dcd3904123" providerId="AD" clId="Web-{0DAF909C-D41F-CCCB-033A-DAF7EC5CDD6D}" dt="2025-09-29T23:18:24.282" v="94" actId="1076"/>
          <ac:spMkLst>
            <pc:docMk/>
            <pc:sldMk cId="0" sldId="265"/>
            <ac:spMk id="2" creationId="{00000000-0000-0000-0000-000000000000}"/>
          </ac:spMkLst>
        </pc:spChg>
        <pc:spChg chg="add del mod ord">
          <ac:chgData name="Mikel, Ashley D" userId="S::amikeld@hc.edu::70f21c7a-3047-4499-bb39-d6dcd3904123" providerId="AD" clId="Web-{0DAF909C-D41F-CCCB-033A-DAF7EC5CDD6D}" dt="2025-09-29T23:27:01.630" v="127" actId="20577"/>
          <ac:spMkLst>
            <pc:docMk/>
            <pc:sldMk cId="0" sldId="265"/>
            <ac:spMk id="3" creationId="{00000000-0000-0000-0000-000000000000}"/>
          </ac:spMkLst>
        </pc:spChg>
        <pc:spChg chg="add">
          <ac:chgData name="Mikel, Ashley D" userId="S::amikeld@hc.edu::70f21c7a-3047-4499-bb39-d6dcd3904123" providerId="AD" clId="Web-{0DAF909C-D41F-CCCB-033A-DAF7EC5CDD6D}" dt="2025-09-29T23:17:55.219" v="91"/>
          <ac:spMkLst>
            <pc:docMk/>
            <pc:sldMk cId="0" sldId="265"/>
            <ac:spMk id="21" creationId="{3346177D-ADC4-4968-B747-5CFCD390B5B9}"/>
          </ac:spMkLst>
        </pc:spChg>
        <pc:spChg chg="add">
          <ac:chgData name="Mikel, Ashley D" userId="S::amikeld@hc.edu::70f21c7a-3047-4499-bb39-d6dcd3904123" providerId="AD" clId="Web-{0DAF909C-D41F-CCCB-033A-DAF7EC5CDD6D}" dt="2025-09-29T23:17:55.219" v="91"/>
          <ac:spMkLst>
            <pc:docMk/>
            <pc:sldMk cId="0" sldId="265"/>
            <ac:spMk id="23" creationId="{0844A943-BF79-4FEA-ABB1-3BD54D236606}"/>
          </ac:spMkLst>
        </pc:spChg>
        <pc:spChg chg="add">
          <ac:chgData name="Mikel, Ashley D" userId="S::amikeld@hc.edu::70f21c7a-3047-4499-bb39-d6dcd3904123" providerId="AD" clId="Web-{0DAF909C-D41F-CCCB-033A-DAF7EC5CDD6D}" dt="2025-09-29T23:17:55.219" v="91"/>
          <ac:spMkLst>
            <pc:docMk/>
            <pc:sldMk cId="0" sldId="265"/>
            <ac:spMk id="25" creationId="{6437CC72-F4A8-4DC3-AFAB-D22C482C8100}"/>
          </ac:spMkLst>
        </pc:spChg>
        <pc:picChg chg="add mod">
          <ac:chgData name="Mikel, Ashley D" userId="S::amikeld@hc.edu::70f21c7a-3047-4499-bb39-d6dcd3904123" providerId="AD" clId="Web-{0DAF909C-D41F-CCCB-033A-DAF7EC5CDD6D}" dt="2025-09-29T23:20:50.470" v="106"/>
          <ac:picMkLst>
            <pc:docMk/>
            <pc:sldMk cId="0" sldId="265"/>
            <ac:picMk id="16" creationId="{32C80FDC-AE55-BA8D-5DAF-6F3BF207A58D}"/>
          </ac:picMkLst>
        </pc:picChg>
      </pc:sldChg>
      <pc:sldChg chg="addSp modSp mod setBg">
        <pc:chgData name="Mikel, Ashley D" userId="S::amikeld@hc.edu::70f21c7a-3047-4499-bb39-d6dcd3904123" providerId="AD" clId="Web-{0DAF909C-D41F-CCCB-033A-DAF7EC5CDD6D}" dt="2025-09-29T23:12:12.124" v="67"/>
        <pc:sldMkLst>
          <pc:docMk/>
          <pc:sldMk cId="1924085377" sldId="280"/>
        </pc:sldMkLst>
        <pc:spChg chg="add">
          <ac:chgData name="Mikel, Ashley D" userId="S::amikeld@hc.edu::70f21c7a-3047-4499-bb39-d6dcd3904123" providerId="AD" clId="Web-{0DAF909C-D41F-CCCB-033A-DAF7EC5CDD6D}" dt="2025-09-29T23:12:12.124" v="67"/>
          <ac:spMkLst>
            <pc:docMk/>
            <pc:sldMk cId="1924085377" sldId="280"/>
            <ac:spMk id="9" creationId="{AB8C311F-7253-4AED-9701-7FC0708C41C7}"/>
          </ac:spMkLst>
        </pc:spChg>
        <pc:spChg chg="add">
          <ac:chgData name="Mikel, Ashley D" userId="S::amikeld@hc.edu::70f21c7a-3047-4499-bb39-d6dcd3904123" providerId="AD" clId="Web-{0DAF909C-D41F-CCCB-033A-DAF7EC5CDD6D}" dt="2025-09-29T23:12:12.124" v="67"/>
          <ac:spMkLst>
            <pc:docMk/>
            <pc:sldMk cId="1924085377" sldId="280"/>
            <ac:spMk id="11" creationId="{E2384209-CB15-4CDF-9D31-C44FD9A3F20D}"/>
          </ac:spMkLst>
        </pc:spChg>
        <pc:spChg chg="add">
          <ac:chgData name="Mikel, Ashley D" userId="S::amikeld@hc.edu::70f21c7a-3047-4499-bb39-d6dcd3904123" providerId="AD" clId="Web-{0DAF909C-D41F-CCCB-033A-DAF7EC5CDD6D}" dt="2025-09-29T23:12:12.124" v="67"/>
          <ac:spMkLst>
            <pc:docMk/>
            <pc:sldMk cId="1924085377" sldId="280"/>
            <ac:spMk id="13" creationId="{2633B3B5-CC90-43F0-8714-D31D1F3F0209}"/>
          </ac:spMkLst>
        </pc:spChg>
        <pc:spChg chg="add">
          <ac:chgData name="Mikel, Ashley D" userId="S::amikeld@hc.edu::70f21c7a-3047-4499-bb39-d6dcd3904123" providerId="AD" clId="Web-{0DAF909C-D41F-CCCB-033A-DAF7EC5CDD6D}" dt="2025-09-29T23:12:12.124" v="67"/>
          <ac:spMkLst>
            <pc:docMk/>
            <pc:sldMk cId="1924085377" sldId="280"/>
            <ac:spMk id="15" creationId="{A8D57A06-A426-446D-B02C-A2DC6B62E45E}"/>
          </ac:spMkLst>
        </pc:spChg>
        <pc:picChg chg="add mod">
          <ac:chgData name="Mikel, Ashley D" userId="S::amikeld@hc.edu::70f21c7a-3047-4499-bb39-d6dcd3904123" providerId="AD" clId="Web-{0DAF909C-D41F-CCCB-033A-DAF7EC5CDD6D}" dt="2025-09-29T23:12:12.124" v="67"/>
          <ac:picMkLst>
            <pc:docMk/>
            <pc:sldMk cId="1924085377" sldId="280"/>
            <ac:picMk id="4" creationId="{6046E406-9721-92A4-4886-27CB1A29E09E}"/>
          </ac:picMkLst>
        </pc:picChg>
      </pc:sldChg>
    </pc:docChg>
  </pc:docChgLst>
  <pc:docChgLst>
    <pc:chgData name="Cesar, Diana R" userId="S::dcesarr@hc.edu::393a9398-a761-4704-b7b7-17dfa71b249b" providerId="AD" clId="Web-{D7CD01EC-95A9-5313-EC94-E21D918FC2DC}"/>
    <pc:docChg chg="addSld delSld modSld sldOrd">
      <pc:chgData name="Cesar, Diana R" userId="S::dcesarr@hc.edu::393a9398-a761-4704-b7b7-17dfa71b249b" providerId="AD" clId="Web-{D7CD01EC-95A9-5313-EC94-E21D918FC2DC}" dt="2025-09-29T23:35:11.943" v="534"/>
      <pc:docMkLst>
        <pc:docMk/>
      </pc:docMkLst>
      <pc:sldChg chg="modSp delAnim">
        <pc:chgData name="Cesar, Diana R" userId="S::dcesarr@hc.edu::393a9398-a761-4704-b7b7-17dfa71b249b" providerId="AD" clId="Web-{D7CD01EC-95A9-5313-EC94-E21D918FC2DC}" dt="2025-09-29T23:35:11.943" v="534"/>
        <pc:sldMkLst>
          <pc:docMk/>
          <pc:sldMk cId="0" sldId="256"/>
        </pc:sldMkLst>
        <pc:spChg chg="mod">
          <ac:chgData name="Cesar, Diana R" userId="S::dcesarr@hc.edu::393a9398-a761-4704-b7b7-17dfa71b249b" providerId="AD" clId="Web-{D7CD01EC-95A9-5313-EC94-E21D918FC2DC}" dt="2025-09-29T22:20:48.894" v="52"/>
          <ac:spMkLst>
            <pc:docMk/>
            <pc:sldMk cId="0" sldId="256"/>
            <ac:spMk id="2" creationId="{00000000-0000-0000-0000-000000000000}"/>
          </ac:spMkLst>
        </pc:spChg>
        <pc:spChg chg="mod">
          <ac:chgData name="Cesar, Diana R" userId="S::dcesarr@hc.edu::393a9398-a761-4704-b7b7-17dfa71b249b" providerId="AD" clId="Web-{D7CD01EC-95A9-5313-EC94-E21D918FC2DC}" dt="2025-09-29T22:20:48.909" v="53"/>
          <ac:spMkLst>
            <pc:docMk/>
            <pc:sldMk cId="0" sldId="256"/>
            <ac:spMk id="3" creationId="{00000000-0000-0000-0000-000000000000}"/>
          </ac:spMkLst>
        </pc:spChg>
      </pc:sldChg>
      <pc:sldChg chg="modSp mod modShow">
        <pc:chgData name="Cesar, Diana R" userId="S::dcesarr@hc.edu::393a9398-a761-4704-b7b7-17dfa71b249b" providerId="AD" clId="Web-{D7CD01EC-95A9-5313-EC94-E21D918FC2DC}" dt="2025-09-29T22:21:10.754" v="56"/>
        <pc:sldMkLst>
          <pc:docMk/>
          <pc:sldMk cId="0" sldId="257"/>
        </pc:sldMkLst>
        <pc:spChg chg="mod">
          <ac:chgData name="Cesar, Diana R" userId="S::dcesarr@hc.edu::393a9398-a761-4704-b7b7-17dfa71b249b" providerId="AD" clId="Web-{D7CD01EC-95A9-5313-EC94-E21D918FC2DC}" dt="2025-09-29T22:20:55.066" v="54"/>
          <ac:spMkLst>
            <pc:docMk/>
            <pc:sldMk cId="0" sldId="257"/>
            <ac:spMk id="2" creationId="{00000000-0000-0000-0000-000000000000}"/>
          </ac:spMkLst>
        </pc:spChg>
      </pc:sldChg>
      <pc:sldChg chg="modSp">
        <pc:chgData name="Cesar, Diana R" userId="S::dcesarr@hc.edu::393a9398-a761-4704-b7b7-17dfa71b249b" providerId="AD" clId="Web-{D7CD01EC-95A9-5313-EC94-E21D918FC2DC}" dt="2025-09-29T23:21:51.551" v="432" actId="20577"/>
        <pc:sldMkLst>
          <pc:docMk/>
          <pc:sldMk cId="0" sldId="258"/>
        </pc:sldMkLst>
        <pc:spChg chg="mod">
          <ac:chgData name="Cesar, Diana R" userId="S::dcesarr@hc.edu::393a9398-a761-4704-b7b7-17dfa71b249b" providerId="AD" clId="Web-{D7CD01EC-95A9-5313-EC94-E21D918FC2DC}" dt="2025-09-29T22:21:19.817" v="57"/>
          <ac:spMkLst>
            <pc:docMk/>
            <pc:sldMk cId="0" sldId="258"/>
            <ac:spMk id="2" creationId="{00000000-0000-0000-0000-000000000000}"/>
          </ac:spMkLst>
        </pc:spChg>
        <pc:spChg chg="mod">
          <ac:chgData name="Cesar, Diana R" userId="S::dcesarr@hc.edu::393a9398-a761-4704-b7b7-17dfa71b249b" providerId="AD" clId="Web-{D7CD01EC-95A9-5313-EC94-E21D918FC2DC}" dt="2025-09-29T23:21:51.551" v="432" actId="20577"/>
          <ac:spMkLst>
            <pc:docMk/>
            <pc:sldMk cId="0" sldId="258"/>
            <ac:spMk id="3" creationId="{00000000-0000-0000-0000-000000000000}"/>
          </ac:spMkLst>
        </pc:spChg>
      </pc:sldChg>
      <pc:sldChg chg="addSp modSp mod setBg">
        <pc:chgData name="Cesar, Diana R" userId="S::dcesarr@hc.edu::393a9398-a761-4704-b7b7-17dfa71b249b" providerId="AD" clId="Web-{D7CD01EC-95A9-5313-EC94-E21D918FC2DC}" dt="2025-09-29T23:18:15.596" v="384"/>
        <pc:sldMkLst>
          <pc:docMk/>
          <pc:sldMk cId="0" sldId="259"/>
        </pc:sldMkLst>
        <pc:spChg chg="mod">
          <ac:chgData name="Cesar, Diana R" userId="S::dcesarr@hc.edu::393a9398-a761-4704-b7b7-17dfa71b249b" providerId="AD" clId="Web-{D7CD01EC-95A9-5313-EC94-E21D918FC2DC}" dt="2025-09-29T23:18:15.596" v="384"/>
          <ac:spMkLst>
            <pc:docMk/>
            <pc:sldMk cId="0" sldId="259"/>
            <ac:spMk id="2" creationId="{00000000-0000-0000-0000-000000000000}"/>
          </ac:spMkLst>
        </pc:spChg>
        <pc:spChg chg="mod">
          <ac:chgData name="Cesar, Diana R" userId="S::dcesarr@hc.edu::393a9398-a761-4704-b7b7-17dfa71b249b" providerId="AD" clId="Web-{D7CD01EC-95A9-5313-EC94-E21D918FC2DC}" dt="2025-09-29T23:18:15.596" v="384"/>
          <ac:spMkLst>
            <pc:docMk/>
            <pc:sldMk cId="0" sldId="259"/>
            <ac:spMk id="3" creationId="{00000000-0000-0000-0000-000000000000}"/>
          </ac:spMkLst>
        </pc:spChg>
        <pc:spChg chg="add">
          <ac:chgData name="Cesar, Diana R" userId="S::dcesarr@hc.edu::393a9398-a761-4704-b7b7-17dfa71b249b" providerId="AD" clId="Web-{D7CD01EC-95A9-5313-EC94-E21D918FC2DC}" dt="2025-09-29T23:18:15.596" v="384"/>
          <ac:spMkLst>
            <pc:docMk/>
            <pc:sldMk cId="0" sldId="259"/>
            <ac:spMk id="10" creationId="{59A309A7-1751-4ABE-A3C1-EEC40366AD89}"/>
          </ac:spMkLst>
        </pc:spChg>
        <pc:spChg chg="add">
          <ac:chgData name="Cesar, Diana R" userId="S::dcesarr@hc.edu::393a9398-a761-4704-b7b7-17dfa71b249b" providerId="AD" clId="Web-{D7CD01EC-95A9-5313-EC94-E21D918FC2DC}" dt="2025-09-29T23:18:15.596" v="384"/>
          <ac:spMkLst>
            <pc:docMk/>
            <pc:sldMk cId="0" sldId="259"/>
            <ac:spMk id="12" creationId="{967D8EB6-EAE1-4F9C-B398-83321E287204}"/>
          </ac:spMkLst>
        </pc:spChg>
        <pc:picChg chg="add">
          <ac:chgData name="Cesar, Diana R" userId="S::dcesarr@hc.edu::393a9398-a761-4704-b7b7-17dfa71b249b" providerId="AD" clId="Web-{D7CD01EC-95A9-5313-EC94-E21D918FC2DC}" dt="2025-09-29T23:18:15.596" v="384"/>
          <ac:picMkLst>
            <pc:docMk/>
            <pc:sldMk cId="0" sldId="259"/>
            <ac:picMk id="7" creationId="{5762A457-6E34-EA9C-2E00-1FDAE8EFA712}"/>
          </ac:picMkLst>
        </pc:picChg>
      </pc:sldChg>
      <pc:sldChg chg="addSp delSp modSp mod setBg">
        <pc:chgData name="Cesar, Diana R" userId="S::dcesarr@hc.edu::393a9398-a761-4704-b7b7-17dfa71b249b" providerId="AD" clId="Web-{D7CD01EC-95A9-5313-EC94-E21D918FC2DC}" dt="2025-09-29T23:18:40.080" v="392" actId="20577"/>
        <pc:sldMkLst>
          <pc:docMk/>
          <pc:sldMk cId="0" sldId="260"/>
        </pc:sldMkLst>
        <pc:spChg chg="mod">
          <ac:chgData name="Cesar, Diana R" userId="S::dcesarr@hc.edu::393a9398-a761-4704-b7b7-17dfa71b249b" providerId="AD" clId="Web-{D7CD01EC-95A9-5313-EC94-E21D918FC2DC}" dt="2025-09-29T23:18:31.924" v="389"/>
          <ac:spMkLst>
            <pc:docMk/>
            <pc:sldMk cId="0" sldId="260"/>
            <ac:spMk id="2" creationId="{00000000-0000-0000-0000-000000000000}"/>
          </ac:spMkLst>
        </pc:spChg>
        <pc:spChg chg="mod">
          <ac:chgData name="Cesar, Diana R" userId="S::dcesarr@hc.edu::393a9398-a761-4704-b7b7-17dfa71b249b" providerId="AD" clId="Web-{D7CD01EC-95A9-5313-EC94-E21D918FC2DC}" dt="2025-09-29T23:18:40.080" v="392" actId="20577"/>
          <ac:spMkLst>
            <pc:docMk/>
            <pc:sldMk cId="0" sldId="260"/>
            <ac:spMk id="3" creationId="{00000000-0000-0000-0000-000000000000}"/>
          </ac:spMkLst>
        </pc:spChg>
        <pc:spChg chg="add">
          <ac:chgData name="Cesar, Diana R" userId="S::dcesarr@hc.edu::393a9398-a761-4704-b7b7-17dfa71b249b" providerId="AD" clId="Web-{D7CD01EC-95A9-5313-EC94-E21D918FC2DC}" dt="2025-09-29T23:18:31.924" v="389"/>
          <ac:spMkLst>
            <pc:docMk/>
            <pc:sldMk cId="0" sldId="260"/>
            <ac:spMk id="25" creationId="{09588DA8-065E-4F6F-8EFD-43104AB2E0CF}"/>
          </ac:spMkLst>
        </pc:spChg>
        <pc:spChg chg="add">
          <ac:chgData name="Cesar, Diana R" userId="S::dcesarr@hc.edu::393a9398-a761-4704-b7b7-17dfa71b249b" providerId="AD" clId="Web-{D7CD01EC-95A9-5313-EC94-E21D918FC2DC}" dt="2025-09-29T23:18:31.924" v="389"/>
          <ac:spMkLst>
            <pc:docMk/>
            <pc:sldMk cId="0" sldId="260"/>
            <ac:spMk id="26" creationId="{C4285719-470E-454C-AF62-8323075F1F5B}"/>
          </ac:spMkLst>
        </pc:spChg>
        <pc:spChg chg="add">
          <ac:chgData name="Cesar, Diana R" userId="S::dcesarr@hc.edu::393a9398-a761-4704-b7b7-17dfa71b249b" providerId="AD" clId="Web-{D7CD01EC-95A9-5313-EC94-E21D918FC2DC}" dt="2025-09-29T23:18:31.924" v="389"/>
          <ac:spMkLst>
            <pc:docMk/>
            <pc:sldMk cId="0" sldId="260"/>
            <ac:spMk id="27" creationId="{CD9FE4EF-C4D8-49A0-B2FF-81D8DB7D8A24}"/>
          </ac:spMkLst>
        </pc:spChg>
        <pc:spChg chg="add">
          <ac:chgData name="Cesar, Diana R" userId="S::dcesarr@hc.edu::393a9398-a761-4704-b7b7-17dfa71b249b" providerId="AD" clId="Web-{D7CD01EC-95A9-5313-EC94-E21D918FC2DC}" dt="2025-09-29T23:18:31.924" v="389"/>
          <ac:spMkLst>
            <pc:docMk/>
            <pc:sldMk cId="0" sldId="260"/>
            <ac:spMk id="28" creationId="{4300840D-0A0B-4512-BACA-B439D5B9C57C}"/>
          </ac:spMkLst>
        </pc:spChg>
        <pc:spChg chg="add">
          <ac:chgData name="Cesar, Diana R" userId="S::dcesarr@hc.edu::393a9398-a761-4704-b7b7-17dfa71b249b" providerId="AD" clId="Web-{D7CD01EC-95A9-5313-EC94-E21D918FC2DC}" dt="2025-09-29T23:18:31.924" v="389"/>
          <ac:spMkLst>
            <pc:docMk/>
            <pc:sldMk cId="0" sldId="260"/>
            <ac:spMk id="29" creationId="{D2B78728-A580-49A7-84F9-6EF6F583ADE0}"/>
          </ac:spMkLst>
        </pc:spChg>
        <pc:spChg chg="add">
          <ac:chgData name="Cesar, Diana R" userId="S::dcesarr@hc.edu::393a9398-a761-4704-b7b7-17dfa71b249b" providerId="AD" clId="Web-{D7CD01EC-95A9-5313-EC94-E21D918FC2DC}" dt="2025-09-29T23:18:31.924" v="389"/>
          <ac:spMkLst>
            <pc:docMk/>
            <pc:sldMk cId="0" sldId="260"/>
            <ac:spMk id="30" creationId="{38FAA1A1-D861-433F-88FA-1E9D6FD31D11}"/>
          </ac:spMkLst>
        </pc:spChg>
        <pc:spChg chg="add">
          <ac:chgData name="Cesar, Diana R" userId="S::dcesarr@hc.edu::393a9398-a761-4704-b7b7-17dfa71b249b" providerId="AD" clId="Web-{D7CD01EC-95A9-5313-EC94-E21D918FC2DC}" dt="2025-09-29T23:18:31.924" v="389"/>
          <ac:spMkLst>
            <pc:docMk/>
            <pc:sldMk cId="0" sldId="260"/>
            <ac:spMk id="31" creationId="{8D71EDA1-87BF-4D5D-AB79-F346FD19278A}"/>
          </ac:spMkLst>
        </pc:spChg>
      </pc:sldChg>
      <pc:sldChg chg="addSp modSp mod setBg">
        <pc:chgData name="Cesar, Diana R" userId="S::dcesarr@hc.edu::393a9398-a761-4704-b7b7-17dfa71b249b" providerId="AD" clId="Web-{D7CD01EC-95A9-5313-EC94-E21D918FC2DC}" dt="2025-09-29T23:19:20.534" v="397" actId="20577"/>
        <pc:sldMkLst>
          <pc:docMk/>
          <pc:sldMk cId="0" sldId="261"/>
        </pc:sldMkLst>
        <pc:spChg chg="mod">
          <ac:chgData name="Cesar, Diana R" userId="S::dcesarr@hc.edu::393a9398-a761-4704-b7b7-17dfa71b249b" providerId="AD" clId="Web-{D7CD01EC-95A9-5313-EC94-E21D918FC2DC}" dt="2025-09-29T23:19:13.690" v="393"/>
          <ac:spMkLst>
            <pc:docMk/>
            <pc:sldMk cId="0" sldId="261"/>
            <ac:spMk id="2" creationId="{00000000-0000-0000-0000-000000000000}"/>
          </ac:spMkLst>
        </pc:spChg>
        <pc:spChg chg="mod">
          <ac:chgData name="Cesar, Diana R" userId="S::dcesarr@hc.edu::393a9398-a761-4704-b7b7-17dfa71b249b" providerId="AD" clId="Web-{D7CD01EC-95A9-5313-EC94-E21D918FC2DC}" dt="2025-09-29T23:19:20.534" v="397" actId="20577"/>
          <ac:spMkLst>
            <pc:docMk/>
            <pc:sldMk cId="0" sldId="261"/>
            <ac:spMk id="3" creationId="{00000000-0000-0000-0000-000000000000}"/>
          </ac:spMkLst>
        </pc:spChg>
        <pc:spChg chg="add">
          <ac:chgData name="Cesar, Diana R" userId="S::dcesarr@hc.edu::393a9398-a761-4704-b7b7-17dfa71b249b" providerId="AD" clId="Web-{D7CD01EC-95A9-5313-EC94-E21D918FC2DC}" dt="2025-09-29T23:19:13.690" v="393"/>
          <ac:spMkLst>
            <pc:docMk/>
            <pc:sldMk cId="0" sldId="261"/>
            <ac:spMk id="8" creationId="{09588DA8-065E-4F6F-8EFD-43104AB2E0CF}"/>
          </ac:spMkLst>
        </pc:spChg>
        <pc:spChg chg="add">
          <ac:chgData name="Cesar, Diana R" userId="S::dcesarr@hc.edu::393a9398-a761-4704-b7b7-17dfa71b249b" providerId="AD" clId="Web-{D7CD01EC-95A9-5313-EC94-E21D918FC2DC}" dt="2025-09-29T23:19:13.690" v="393"/>
          <ac:spMkLst>
            <pc:docMk/>
            <pc:sldMk cId="0" sldId="261"/>
            <ac:spMk id="10" creationId="{C4285719-470E-454C-AF62-8323075F1F5B}"/>
          </ac:spMkLst>
        </pc:spChg>
        <pc:spChg chg="add">
          <ac:chgData name="Cesar, Diana R" userId="S::dcesarr@hc.edu::393a9398-a761-4704-b7b7-17dfa71b249b" providerId="AD" clId="Web-{D7CD01EC-95A9-5313-EC94-E21D918FC2DC}" dt="2025-09-29T23:19:13.690" v="393"/>
          <ac:spMkLst>
            <pc:docMk/>
            <pc:sldMk cId="0" sldId="261"/>
            <ac:spMk id="12" creationId="{CD9FE4EF-C4D8-49A0-B2FF-81D8DB7D8A24}"/>
          </ac:spMkLst>
        </pc:spChg>
        <pc:spChg chg="add">
          <ac:chgData name="Cesar, Diana R" userId="S::dcesarr@hc.edu::393a9398-a761-4704-b7b7-17dfa71b249b" providerId="AD" clId="Web-{D7CD01EC-95A9-5313-EC94-E21D918FC2DC}" dt="2025-09-29T23:19:13.690" v="393"/>
          <ac:spMkLst>
            <pc:docMk/>
            <pc:sldMk cId="0" sldId="261"/>
            <ac:spMk id="14" creationId="{4300840D-0A0B-4512-BACA-B439D5B9C57C}"/>
          </ac:spMkLst>
        </pc:spChg>
        <pc:spChg chg="add">
          <ac:chgData name="Cesar, Diana R" userId="S::dcesarr@hc.edu::393a9398-a761-4704-b7b7-17dfa71b249b" providerId="AD" clId="Web-{D7CD01EC-95A9-5313-EC94-E21D918FC2DC}" dt="2025-09-29T23:19:13.690" v="393"/>
          <ac:spMkLst>
            <pc:docMk/>
            <pc:sldMk cId="0" sldId="261"/>
            <ac:spMk id="16" creationId="{D2B78728-A580-49A7-84F9-6EF6F583ADE0}"/>
          </ac:spMkLst>
        </pc:spChg>
        <pc:spChg chg="add">
          <ac:chgData name="Cesar, Diana R" userId="S::dcesarr@hc.edu::393a9398-a761-4704-b7b7-17dfa71b249b" providerId="AD" clId="Web-{D7CD01EC-95A9-5313-EC94-E21D918FC2DC}" dt="2025-09-29T23:19:13.690" v="393"/>
          <ac:spMkLst>
            <pc:docMk/>
            <pc:sldMk cId="0" sldId="261"/>
            <ac:spMk id="18" creationId="{38FAA1A1-D861-433F-88FA-1E9D6FD31D11}"/>
          </ac:spMkLst>
        </pc:spChg>
        <pc:spChg chg="add">
          <ac:chgData name="Cesar, Diana R" userId="S::dcesarr@hc.edu::393a9398-a761-4704-b7b7-17dfa71b249b" providerId="AD" clId="Web-{D7CD01EC-95A9-5313-EC94-E21D918FC2DC}" dt="2025-09-29T23:19:13.690" v="393"/>
          <ac:spMkLst>
            <pc:docMk/>
            <pc:sldMk cId="0" sldId="261"/>
            <ac:spMk id="20" creationId="{8D71EDA1-87BF-4D5D-AB79-F346FD19278A}"/>
          </ac:spMkLst>
        </pc:spChg>
      </pc:sldChg>
      <pc:sldChg chg="modSp">
        <pc:chgData name="Cesar, Diana R" userId="S::dcesarr@hc.edu::393a9398-a761-4704-b7b7-17dfa71b249b" providerId="AD" clId="Web-{D7CD01EC-95A9-5313-EC94-E21D918FC2DC}" dt="2025-09-29T23:08:00.294" v="272" actId="20577"/>
        <pc:sldMkLst>
          <pc:docMk/>
          <pc:sldMk cId="0" sldId="262"/>
        </pc:sldMkLst>
        <pc:spChg chg="mod">
          <ac:chgData name="Cesar, Diana R" userId="S::dcesarr@hc.edu::393a9398-a761-4704-b7b7-17dfa71b249b" providerId="AD" clId="Web-{D7CD01EC-95A9-5313-EC94-E21D918FC2DC}" dt="2025-09-29T23:07:52.374" v="269" actId="20577"/>
          <ac:spMkLst>
            <pc:docMk/>
            <pc:sldMk cId="0" sldId="262"/>
            <ac:spMk id="2" creationId="{00000000-0000-0000-0000-000000000000}"/>
          </ac:spMkLst>
        </pc:spChg>
      </pc:sldChg>
      <pc:sldChg chg="addSp modSp mod setBg">
        <pc:chgData name="Cesar, Diana R" userId="S::dcesarr@hc.edu::393a9398-a761-4704-b7b7-17dfa71b249b" providerId="AD" clId="Web-{D7CD01EC-95A9-5313-EC94-E21D918FC2DC}" dt="2025-09-29T23:20:04.910" v="408" actId="20577"/>
        <pc:sldMkLst>
          <pc:docMk/>
          <pc:sldMk cId="0" sldId="263"/>
        </pc:sldMkLst>
        <pc:spChg chg="mod">
          <ac:chgData name="Cesar, Diana R" userId="S::dcesarr@hc.edu::393a9398-a761-4704-b7b7-17dfa71b249b" providerId="AD" clId="Web-{D7CD01EC-95A9-5313-EC94-E21D918FC2DC}" dt="2025-09-29T23:19:46.816" v="398"/>
          <ac:spMkLst>
            <pc:docMk/>
            <pc:sldMk cId="0" sldId="263"/>
            <ac:spMk id="2" creationId="{00000000-0000-0000-0000-000000000000}"/>
          </ac:spMkLst>
        </pc:spChg>
        <pc:spChg chg="mod">
          <ac:chgData name="Cesar, Diana R" userId="S::dcesarr@hc.edu::393a9398-a761-4704-b7b7-17dfa71b249b" providerId="AD" clId="Web-{D7CD01EC-95A9-5313-EC94-E21D918FC2DC}" dt="2025-09-29T23:20:04.910" v="408" actId="20577"/>
          <ac:spMkLst>
            <pc:docMk/>
            <pc:sldMk cId="0" sldId="263"/>
            <ac:spMk id="3" creationId="{00000000-0000-0000-0000-000000000000}"/>
          </ac:spMkLst>
        </pc:spChg>
        <pc:spChg chg="add">
          <ac:chgData name="Cesar, Diana R" userId="S::dcesarr@hc.edu::393a9398-a761-4704-b7b7-17dfa71b249b" providerId="AD" clId="Web-{D7CD01EC-95A9-5313-EC94-E21D918FC2DC}" dt="2025-09-29T23:19:46.816" v="398"/>
          <ac:spMkLst>
            <pc:docMk/>
            <pc:sldMk cId="0" sldId="263"/>
            <ac:spMk id="8" creationId="{09588DA8-065E-4F6F-8EFD-43104AB2E0CF}"/>
          </ac:spMkLst>
        </pc:spChg>
        <pc:spChg chg="add">
          <ac:chgData name="Cesar, Diana R" userId="S::dcesarr@hc.edu::393a9398-a761-4704-b7b7-17dfa71b249b" providerId="AD" clId="Web-{D7CD01EC-95A9-5313-EC94-E21D918FC2DC}" dt="2025-09-29T23:19:46.816" v="398"/>
          <ac:spMkLst>
            <pc:docMk/>
            <pc:sldMk cId="0" sldId="263"/>
            <ac:spMk id="10" creationId="{C4285719-470E-454C-AF62-8323075F1F5B}"/>
          </ac:spMkLst>
        </pc:spChg>
        <pc:spChg chg="add">
          <ac:chgData name="Cesar, Diana R" userId="S::dcesarr@hc.edu::393a9398-a761-4704-b7b7-17dfa71b249b" providerId="AD" clId="Web-{D7CD01EC-95A9-5313-EC94-E21D918FC2DC}" dt="2025-09-29T23:19:46.816" v="398"/>
          <ac:spMkLst>
            <pc:docMk/>
            <pc:sldMk cId="0" sldId="263"/>
            <ac:spMk id="12" creationId="{CD9FE4EF-C4D8-49A0-B2FF-81D8DB7D8A24}"/>
          </ac:spMkLst>
        </pc:spChg>
        <pc:spChg chg="add">
          <ac:chgData name="Cesar, Diana R" userId="S::dcesarr@hc.edu::393a9398-a761-4704-b7b7-17dfa71b249b" providerId="AD" clId="Web-{D7CD01EC-95A9-5313-EC94-E21D918FC2DC}" dt="2025-09-29T23:19:46.816" v="398"/>
          <ac:spMkLst>
            <pc:docMk/>
            <pc:sldMk cId="0" sldId="263"/>
            <ac:spMk id="14" creationId="{4300840D-0A0B-4512-BACA-B439D5B9C57C}"/>
          </ac:spMkLst>
        </pc:spChg>
        <pc:spChg chg="add">
          <ac:chgData name="Cesar, Diana R" userId="S::dcesarr@hc.edu::393a9398-a761-4704-b7b7-17dfa71b249b" providerId="AD" clId="Web-{D7CD01EC-95A9-5313-EC94-E21D918FC2DC}" dt="2025-09-29T23:19:46.816" v="398"/>
          <ac:spMkLst>
            <pc:docMk/>
            <pc:sldMk cId="0" sldId="263"/>
            <ac:spMk id="16" creationId="{D2B78728-A580-49A7-84F9-6EF6F583ADE0}"/>
          </ac:spMkLst>
        </pc:spChg>
        <pc:spChg chg="add">
          <ac:chgData name="Cesar, Diana R" userId="S::dcesarr@hc.edu::393a9398-a761-4704-b7b7-17dfa71b249b" providerId="AD" clId="Web-{D7CD01EC-95A9-5313-EC94-E21D918FC2DC}" dt="2025-09-29T23:19:46.816" v="398"/>
          <ac:spMkLst>
            <pc:docMk/>
            <pc:sldMk cId="0" sldId="263"/>
            <ac:spMk id="18" creationId="{38FAA1A1-D861-433F-88FA-1E9D6FD31D11}"/>
          </ac:spMkLst>
        </pc:spChg>
        <pc:spChg chg="add">
          <ac:chgData name="Cesar, Diana R" userId="S::dcesarr@hc.edu::393a9398-a761-4704-b7b7-17dfa71b249b" providerId="AD" clId="Web-{D7CD01EC-95A9-5313-EC94-E21D918FC2DC}" dt="2025-09-29T23:19:46.816" v="398"/>
          <ac:spMkLst>
            <pc:docMk/>
            <pc:sldMk cId="0" sldId="263"/>
            <ac:spMk id="20" creationId="{8D71EDA1-87BF-4D5D-AB79-F346FD19278A}"/>
          </ac:spMkLst>
        </pc:spChg>
      </pc:sldChg>
      <pc:sldChg chg="addSp modSp mod setBg">
        <pc:chgData name="Cesar, Diana R" userId="S::dcesarr@hc.edu::393a9398-a761-4704-b7b7-17dfa71b249b" providerId="AD" clId="Web-{D7CD01EC-95A9-5313-EC94-E21D918FC2DC}" dt="2025-09-29T23:20:39.097" v="426" actId="20577"/>
        <pc:sldMkLst>
          <pc:docMk/>
          <pc:sldMk cId="0" sldId="264"/>
        </pc:sldMkLst>
        <pc:spChg chg="mod">
          <ac:chgData name="Cesar, Diana R" userId="S::dcesarr@hc.edu::393a9398-a761-4704-b7b7-17dfa71b249b" providerId="AD" clId="Web-{D7CD01EC-95A9-5313-EC94-E21D918FC2DC}" dt="2025-09-29T23:20:33.207" v="422"/>
          <ac:spMkLst>
            <pc:docMk/>
            <pc:sldMk cId="0" sldId="264"/>
            <ac:spMk id="2" creationId="{00000000-0000-0000-0000-000000000000}"/>
          </ac:spMkLst>
        </pc:spChg>
        <pc:spChg chg="mod">
          <ac:chgData name="Cesar, Diana R" userId="S::dcesarr@hc.edu::393a9398-a761-4704-b7b7-17dfa71b249b" providerId="AD" clId="Web-{D7CD01EC-95A9-5313-EC94-E21D918FC2DC}" dt="2025-09-29T23:20:39.097" v="426" actId="20577"/>
          <ac:spMkLst>
            <pc:docMk/>
            <pc:sldMk cId="0" sldId="264"/>
            <ac:spMk id="3" creationId="{00000000-0000-0000-0000-000000000000}"/>
          </ac:spMkLst>
        </pc:spChg>
        <pc:spChg chg="add">
          <ac:chgData name="Cesar, Diana R" userId="S::dcesarr@hc.edu::393a9398-a761-4704-b7b7-17dfa71b249b" providerId="AD" clId="Web-{D7CD01EC-95A9-5313-EC94-E21D918FC2DC}" dt="2025-09-29T23:20:33.207" v="422"/>
          <ac:spMkLst>
            <pc:docMk/>
            <pc:sldMk cId="0" sldId="264"/>
            <ac:spMk id="8" creationId="{09588DA8-065E-4F6F-8EFD-43104AB2E0CF}"/>
          </ac:spMkLst>
        </pc:spChg>
        <pc:spChg chg="add">
          <ac:chgData name="Cesar, Diana R" userId="S::dcesarr@hc.edu::393a9398-a761-4704-b7b7-17dfa71b249b" providerId="AD" clId="Web-{D7CD01EC-95A9-5313-EC94-E21D918FC2DC}" dt="2025-09-29T23:20:33.207" v="422"/>
          <ac:spMkLst>
            <pc:docMk/>
            <pc:sldMk cId="0" sldId="264"/>
            <ac:spMk id="10" creationId="{C4285719-470E-454C-AF62-8323075F1F5B}"/>
          </ac:spMkLst>
        </pc:spChg>
        <pc:spChg chg="add">
          <ac:chgData name="Cesar, Diana R" userId="S::dcesarr@hc.edu::393a9398-a761-4704-b7b7-17dfa71b249b" providerId="AD" clId="Web-{D7CD01EC-95A9-5313-EC94-E21D918FC2DC}" dt="2025-09-29T23:20:33.207" v="422"/>
          <ac:spMkLst>
            <pc:docMk/>
            <pc:sldMk cId="0" sldId="264"/>
            <ac:spMk id="12" creationId="{CD9FE4EF-C4D8-49A0-B2FF-81D8DB7D8A24}"/>
          </ac:spMkLst>
        </pc:spChg>
        <pc:spChg chg="add">
          <ac:chgData name="Cesar, Diana R" userId="S::dcesarr@hc.edu::393a9398-a761-4704-b7b7-17dfa71b249b" providerId="AD" clId="Web-{D7CD01EC-95A9-5313-EC94-E21D918FC2DC}" dt="2025-09-29T23:20:33.207" v="422"/>
          <ac:spMkLst>
            <pc:docMk/>
            <pc:sldMk cId="0" sldId="264"/>
            <ac:spMk id="14" creationId="{4300840D-0A0B-4512-BACA-B439D5B9C57C}"/>
          </ac:spMkLst>
        </pc:spChg>
        <pc:spChg chg="add">
          <ac:chgData name="Cesar, Diana R" userId="S::dcesarr@hc.edu::393a9398-a761-4704-b7b7-17dfa71b249b" providerId="AD" clId="Web-{D7CD01EC-95A9-5313-EC94-E21D918FC2DC}" dt="2025-09-29T23:20:33.207" v="422"/>
          <ac:spMkLst>
            <pc:docMk/>
            <pc:sldMk cId="0" sldId="264"/>
            <ac:spMk id="16" creationId="{D2B78728-A580-49A7-84F9-6EF6F583ADE0}"/>
          </ac:spMkLst>
        </pc:spChg>
        <pc:spChg chg="add">
          <ac:chgData name="Cesar, Diana R" userId="S::dcesarr@hc.edu::393a9398-a761-4704-b7b7-17dfa71b249b" providerId="AD" clId="Web-{D7CD01EC-95A9-5313-EC94-E21D918FC2DC}" dt="2025-09-29T23:20:33.207" v="422"/>
          <ac:spMkLst>
            <pc:docMk/>
            <pc:sldMk cId="0" sldId="264"/>
            <ac:spMk id="18" creationId="{38FAA1A1-D861-433F-88FA-1E9D6FD31D11}"/>
          </ac:spMkLst>
        </pc:spChg>
        <pc:spChg chg="add">
          <ac:chgData name="Cesar, Diana R" userId="S::dcesarr@hc.edu::393a9398-a761-4704-b7b7-17dfa71b249b" providerId="AD" clId="Web-{D7CD01EC-95A9-5313-EC94-E21D918FC2DC}" dt="2025-09-29T23:20:33.207" v="422"/>
          <ac:spMkLst>
            <pc:docMk/>
            <pc:sldMk cId="0" sldId="264"/>
            <ac:spMk id="20" creationId="{8D71EDA1-87BF-4D5D-AB79-F346FD19278A}"/>
          </ac:spMkLst>
        </pc:spChg>
      </pc:sldChg>
      <pc:sldChg chg="modSp">
        <pc:chgData name="Cesar, Diana R" userId="S::dcesarr@hc.edu::393a9398-a761-4704-b7b7-17dfa71b249b" providerId="AD" clId="Web-{D7CD01EC-95A9-5313-EC94-E21D918FC2DC}" dt="2025-09-29T23:17:49.346" v="379" actId="20577"/>
        <pc:sldMkLst>
          <pc:docMk/>
          <pc:sldMk cId="0" sldId="265"/>
        </pc:sldMkLst>
        <pc:spChg chg="mod">
          <ac:chgData name="Cesar, Diana R" userId="S::dcesarr@hc.edu::393a9398-a761-4704-b7b7-17dfa71b249b" providerId="AD" clId="Web-{D7CD01EC-95A9-5313-EC94-E21D918FC2DC}" dt="2025-09-29T23:17:45.049" v="375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Cesar, Diana R" userId="S::dcesarr@hc.edu::393a9398-a761-4704-b7b7-17dfa71b249b" providerId="AD" clId="Web-{D7CD01EC-95A9-5313-EC94-E21D918FC2DC}" dt="2025-09-29T23:17:49.346" v="379" actId="20577"/>
          <ac:spMkLst>
            <pc:docMk/>
            <pc:sldMk cId="0" sldId="265"/>
            <ac:spMk id="3" creationId="{00000000-0000-0000-0000-000000000000}"/>
          </ac:spMkLst>
        </pc:spChg>
      </pc:sldChg>
      <pc:sldChg chg="addSp delSp modSp new mod setBg modClrScheme chgLayout">
        <pc:chgData name="Cesar, Diana R" userId="S::dcesarr@hc.edu::393a9398-a761-4704-b7b7-17dfa71b249b" providerId="AD" clId="Web-{D7CD01EC-95A9-5313-EC94-E21D918FC2DC}" dt="2025-09-29T22:13:44.759" v="5"/>
        <pc:sldMkLst>
          <pc:docMk/>
          <pc:sldMk cId="4052907737" sldId="266"/>
        </pc:sldMkLst>
        <pc:spChg chg="add">
          <ac:chgData name="Cesar, Diana R" userId="S::dcesarr@hc.edu::393a9398-a761-4704-b7b7-17dfa71b249b" providerId="AD" clId="Web-{D7CD01EC-95A9-5313-EC94-E21D918FC2DC}" dt="2025-09-29T22:13:44.759" v="5"/>
          <ac:spMkLst>
            <pc:docMk/>
            <pc:sldMk cId="4052907737" sldId="266"/>
            <ac:spMk id="9" creationId="{AB8C311F-7253-4AED-9701-7FC0708C41C7}"/>
          </ac:spMkLst>
        </pc:spChg>
        <pc:spChg chg="add">
          <ac:chgData name="Cesar, Diana R" userId="S::dcesarr@hc.edu::393a9398-a761-4704-b7b7-17dfa71b249b" providerId="AD" clId="Web-{D7CD01EC-95A9-5313-EC94-E21D918FC2DC}" dt="2025-09-29T22:13:44.759" v="5"/>
          <ac:spMkLst>
            <pc:docMk/>
            <pc:sldMk cId="4052907737" sldId="266"/>
            <ac:spMk id="11" creationId="{E2384209-CB15-4CDF-9D31-C44FD9A3F20D}"/>
          </ac:spMkLst>
        </pc:spChg>
        <pc:spChg chg="add">
          <ac:chgData name="Cesar, Diana R" userId="S::dcesarr@hc.edu::393a9398-a761-4704-b7b7-17dfa71b249b" providerId="AD" clId="Web-{D7CD01EC-95A9-5313-EC94-E21D918FC2DC}" dt="2025-09-29T22:13:44.759" v="5"/>
          <ac:spMkLst>
            <pc:docMk/>
            <pc:sldMk cId="4052907737" sldId="266"/>
            <ac:spMk id="13" creationId="{2633B3B5-CC90-43F0-8714-D31D1F3F0209}"/>
          </ac:spMkLst>
        </pc:spChg>
        <pc:spChg chg="add">
          <ac:chgData name="Cesar, Diana R" userId="S::dcesarr@hc.edu::393a9398-a761-4704-b7b7-17dfa71b249b" providerId="AD" clId="Web-{D7CD01EC-95A9-5313-EC94-E21D918FC2DC}" dt="2025-09-29T22:13:44.759" v="5"/>
          <ac:spMkLst>
            <pc:docMk/>
            <pc:sldMk cId="4052907737" sldId="266"/>
            <ac:spMk id="15" creationId="{A8D57A06-A426-446D-B02C-A2DC6B62E45E}"/>
          </ac:spMkLst>
        </pc:spChg>
        <pc:picChg chg="add mod">
          <ac:chgData name="Cesar, Diana R" userId="S::dcesarr@hc.edu::393a9398-a761-4704-b7b7-17dfa71b249b" providerId="AD" clId="Web-{D7CD01EC-95A9-5313-EC94-E21D918FC2DC}" dt="2025-09-29T22:13:44.759" v="5"/>
          <ac:picMkLst>
            <pc:docMk/>
            <pc:sldMk cId="4052907737" sldId="266"/>
            <ac:picMk id="4" creationId="{C8A497AC-1C11-16FC-0432-77D05D789548}"/>
          </ac:picMkLst>
        </pc:picChg>
      </pc:sldChg>
      <pc:sldChg chg="addSp modSp new mod setBg">
        <pc:chgData name="Cesar, Diana R" userId="S::dcesarr@hc.edu::393a9398-a761-4704-b7b7-17dfa71b249b" providerId="AD" clId="Web-{D7CD01EC-95A9-5313-EC94-E21D918FC2DC}" dt="2025-09-29T22:14:04.728" v="8"/>
        <pc:sldMkLst>
          <pc:docMk/>
          <pc:sldMk cId="1177630088" sldId="267"/>
        </pc:sldMkLst>
        <pc:spChg chg="add">
          <ac:chgData name="Cesar, Diana R" userId="S::dcesarr@hc.edu::393a9398-a761-4704-b7b7-17dfa71b249b" providerId="AD" clId="Web-{D7CD01EC-95A9-5313-EC94-E21D918FC2DC}" dt="2025-09-29T22:14:04.728" v="8"/>
          <ac:spMkLst>
            <pc:docMk/>
            <pc:sldMk cId="1177630088" sldId="267"/>
            <ac:spMk id="7" creationId="{AB8C311F-7253-4AED-9701-7FC0708C41C7}"/>
          </ac:spMkLst>
        </pc:spChg>
        <pc:spChg chg="add">
          <ac:chgData name="Cesar, Diana R" userId="S::dcesarr@hc.edu::393a9398-a761-4704-b7b7-17dfa71b249b" providerId="AD" clId="Web-{D7CD01EC-95A9-5313-EC94-E21D918FC2DC}" dt="2025-09-29T22:14:04.728" v="8"/>
          <ac:spMkLst>
            <pc:docMk/>
            <pc:sldMk cId="1177630088" sldId="267"/>
            <ac:spMk id="9" creationId="{E2384209-CB15-4CDF-9D31-C44FD9A3F20D}"/>
          </ac:spMkLst>
        </pc:spChg>
        <pc:spChg chg="add">
          <ac:chgData name="Cesar, Diana R" userId="S::dcesarr@hc.edu::393a9398-a761-4704-b7b7-17dfa71b249b" providerId="AD" clId="Web-{D7CD01EC-95A9-5313-EC94-E21D918FC2DC}" dt="2025-09-29T22:14:04.728" v="8"/>
          <ac:spMkLst>
            <pc:docMk/>
            <pc:sldMk cId="1177630088" sldId="267"/>
            <ac:spMk id="11" creationId="{2633B3B5-CC90-43F0-8714-D31D1F3F0209}"/>
          </ac:spMkLst>
        </pc:spChg>
        <pc:spChg chg="add">
          <ac:chgData name="Cesar, Diana R" userId="S::dcesarr@hc.edu::393a9398-a761-4704-b7b7-17dfa71b249b" providerId="AD" clId="Web-{D7CD01EC-95A9-5313-EC94-E21D918FC2DC}" dt="2025-09-29T22:14:04.728" v="8"/>
          <ac:spMkLst>
            <pc:docMk/>
            <pc:sldMk cId="1177630088" sldId="267"/>
            <ac:spMk id="13" creationId="{A8D57A06-A426-446D-B02C-A2DC6B62E45E}"/>
          </ac:spMkLst>
        </pc:spChg>
        <pc:picChg chg="add mod">
          <ac:chgData name="Cesar, Diana R" userId="S::dcesarr@hc.edu::393a9398-a761-4704-b7b7-17dfa71b249b" providerId="AD" clId="Web-{D7CD01EC-95A9-5313-EC94-E21D918FC2DC}" dt="2025-09-29T22:14:04.728" v="8"/>
          <ac:picMkLst>
            <pc:docMk/>
            <pc:sldMk cId="1177630088" sldId="267"/>
            <ac:picMk id="2" creationId="{3A88AF73-82D8-8C76-E2F2-34214162742D}"/>
          </ac:picMkLst>
        </pc:picChg>
      </pc:sldChg>
      <pc:sldChg chg="addSp modSp new mod setBg">
        <pc:chgData name="Cesar, Diana R" userId="S::dcesarr@hc.edu::393a9398-a761-4704-b7b7-17dfa71b249b" providerId="AD" clId="Web-{D7CD01EC-95A9-5313-EC94-E21D918FC2DC}" dt="2025-09-29T22:16:10.550" v="11"/>
        <pc:sldMkLst>
          <pc:docMk/>
          <pc:sldMk cId="641907350" sldId="268"/>
        </pc:sldMkLst>
        <pc:spChg chg="add">
          <ac:chgData name="Cesar, Diana R" userId="S::dcesarr@hc.edu::393a9398-a761-4704-b7b7-17dfa71b249b" providerId="AD" clId="Web-{D7CD01EC-95A9-5313-EC94-E21D918FC2DC}" dt="2025-09-29T22:16:10.550" v="11"/>
          <ac:spMkLst>
            <pc:docMk/>
            <pc:sldMk cId="641907350" sldId="268"/>
            <ac:spMk id="7" creationId="{AB8C311F-7253-4AED-9701-7FC0708C41C7}"/>
          </ac:spMkLst>
        </pc:spChg>
        <pc:spChg chg="add">
          <ac:chgData name="Cesar, Diana R" userId="S::dcesarr@hc.edu::393a9398-a761-4704-b7b7-17dfa71b249b" providerId="AD" clId="Web-{D7CD01EC-95A9-5313-EC94-E21D918FC2DC}" dt="2025-09-29T22:16:10.550" v="11"/>
          <ac:spMkLst>
            <pc:docMk/>
            <pc:sldMk cId="641907350" sldId="268"/>
            <ac:spMk id="9" creationId="{E2384209-CB15-4CDF-9D31-C44FD9A3F20D}"/>
          </ac:spMkLst>
        </pc:spChg>
        <pc:spChg chg="add">
          <ac:chgData name="Cesar, Diana R" userId="S::dcesarr@hc.edu::393a9398-a761-4704-b7b7-17dfa71b249b" providerId="AD" clId="Web-{D7CD01EC-95A9-5313-EC94-E21D918FC2DC}" dt="2025-09-29T22:16:10.550" v="11"/>
          <ac:spMkLst>
            <pc:docMk/>
            <pc:sldMk cId="641907350" sldId="268"/>
            <ac:spMk id="11" creationId="{2633B3B5-CC90-43F0-8714-D31D1F3F0209}"/>
          </ac:spMkLst>
        </pc:spChg>
        <pc:spChg chg="add">
          <ac:chgData name="Cesar, Diana R" userId="S::dcesarr@hc.edu::393a9398-a761-4704-b7b7-17dfa71b249b" providerId="AD" clId="Web-{D7CD01EC-95A9-5313-EC94-E21D918FC2DC}" dt="2025-09-29T22:16:10.550" v="11"/>
          <ac:spMkLst>
            <pc:docMk/>
            <pc:sldMk cId="641907350" sldId="268"/>
            <ac:spMk id="13" creationId="{A8D57A06-A426-446D-B02C-A2DC6B62E45E}"/>
          </ac:spMkLst>
        </pc:spChg>
        <pc:picChg chg="add mod">
          <ac:chgData name="Cesar, Diana R" userId="S::dcesarr@hc.edu::393a9398-a761-4704-b7b7-17dfa71b249b" providerId="AD" clId="Web-{D7CD01EC-95A9-5313-EC94-E21D918FC2DC}" dt="2025-09-29T22:16:10.550" v="11"/>
          <ac:picMkLst>
            <pc:docMk/>
            <pc:sldMk cId="641907350" sldId="268"/>
            <ac:picMk id="2" creationId="{8EF8FF6E-267E-C919-2594-31EF7E0326FB}"/>
          </ac:picMkLst>
        </pc:picChg>
      </pc:sldChg>
      <pc:sldChg chg="addSp modSp new mod setBg">
        <pc:chgData name="Cesar, Diana R" userId="S::dcesarr@hc.edu::393a9398-a761-4704-b7b7-17dfa71b249b" providerId="AD" clId="Web-{D7CD01EC-95A9-5313-EC94-E21D918FC2DC}" dt="2025-09-29T22:16:57.179" v="14"/>
        <pc:sldMkLst>
          <pc:docMk/>
          <pc:sldMk cId="222123804" sldId="269"/>
        </pc:sldMkLst>
        <pc:spChg chg="add">
          <ac:chgData name="Cesar, Diana R" userId="S::dcesarr@hc.edu::393a9398-a761-4704-b7b7-17dfa71b249b" providerId="AD" clId="Web-{D7CD01EC-95A9-5313-EC94-E21D918FC2DC}" dt="2025-09-29T22:16:57.179" v="14"/>
          <ac:spMkLst>
            <pc:docMk/>
            <pc:sldMk cId="222123804" sldId="269"/>
            <ac:spMk id="7" creationId="{AB8C311F-7253-4AED-9701-7FC0708C41C7}"/>
          </ac:spMkLst>
        </pc:spChg>
        <pc:spChg chg="add">
          <ac:chgData name="Cesar, Diana R" userId="S::dcesarr@hc.edu::393a9398-a761-4704-b7b7-17dfa71b249b" providerId="AD" clId="Web-{D7CD01EC-95A9-5313-EC94-E21D918FC2DC}" dt="2025-09-29T22:16:57.179" v="14"/>
          <ac:spMkLst>
            <pc:docMk/>
            <pc:sldMk cId="222123804" sldId="269"/>
            <ac:spMk id="9" creationId="{E2384209-CB15-4CDF-9D31-C44FD9A3F20D}"/>
          </ac:spMkLst>
        </pc:spChg>
        <pc:spChg chg="add">
          <ac:chgData name="Cesar, Diana R" userId="S::dcesarr@hc.edu::393a9398-a761-4704-b7b7-17dfa71b249b" providerId="AD" clId="Web-{D7CD01EC-95A9-5313-EC94-E21D918FC2DC}" dt="2025-09-29T22:16:57.179" v="14"/>
          <ac:spMkLst>
            <pc:docMk/>
            <pc:sldMk cId="222123804" sldId="269"/>
            <ac:spMk id="11" creationId="{2633B3B5-CC90-43F0-8714-D31D1F3F0209}"/>
          </ac:spMkLst>
        </pc:spChg>
        <pc:spChg chg="add">
          <ac:chgData name="Cesar, Diana R" userId="S::dcesarr@hc.edu::393a9398-a761-4704-b7b7-17dfa71b249b" providerId="AD" clId="Web-{D7CD01EC-95A9-5313-EC94-E21D918FC2DC}" dt="2025-09-29T22:16:57.179" v="14"/>
          <ac:spMkLst>
            <pc:docMk/>
            <pc:sldMk cId="222123804" sldId="269"/>
            <ac:spMk id="13" creationId="{A8D57A06-A426-446D-B02C-A2DC6B62E45E}"/>
          </ac:spMkLst>
        </pc:spChg>
        <pc:picChg chg="add mod">
          <ac:chgData name="Cesar, Diana R" userId="S::dcesarr@hc.edu::393a9398-a761-4704-b7b7-17dfa71b249b" providerId="AD" clId="Web-{D7CD01EC-95A9-5313-EC94-E21D918FC2DC}" dt="2025-09-29T22:16:57.179" v="14"/>
          <ac:picMkLst>
            <pc:docMk/>
            <pc:sldMk cId="222123804" sldId="269"/>
            <ac:picMk id="2" creationId="{F2F0AF9F-D759-9C7D-2EFF-CC6AC114D34E}"/>
          </ac:picMkLst>
        </pc:picChg>
      </pc:sldChg>
      <pc:sldChg chg="addSp modSp new mod setBg">
        <pc:chgData name="Cesar, Diana R" userId="S::dcesarr@hc.edu::393a9398-a761-4704-b7b7-17dfa71b249b" providerId="AD" clId="Web-{D7CD01EC-95A9-5313-EC94-E21D918FC2DC}" dt="2025-09-29T22:17:32.493" v="21" actId="1076"/>
        <pc:sldMkLst>
          <pc:docMk/>
          <pc:sldMk cId="2256953580" sldId="270"/>
        </pc:sldMkLst>
        <pc:spChg chg="add">
          <ac:chgData name="Cesar, Diana R" userId="S::dcesarr@hc.edu::393a9398-a761-4704-b7b7-17dfa71b249b" providerId="AD" clId="Web-{D7CD01EC-95A9-5313-EC94-E21D918FC2DC}" dt="2025-09-29T22:17:28.150" v="19"/>
          <ac:spMkLst>
            <pc:docMk/>
            <pc:sldMk cId="2256953580" sldId="270"/>
            <ac:spMk id="7" creationId="{AB8C311F-7253-4AED-9701-7FC0708C41C7}"/>
          </ac:spMkLst>
        </pc:spChg>
        <pc:spChg chg="add">
          <ac:chgData name="Cesar, Diana R" userId="S::dcesarr@hc.edu::393a9398-a761-4704-b7b7-17dfa71b249b" providerId="AD" clId="Web-{D7CD01EC-95A9-5313-EC94-E21D918FC2DC}" dt="2025-09-29T22:17:28.150" v="19"/>
          <ac:spMkLst>
            <pc:docMk/>
            <pc:sldMk cId="2256953580" sldId="270"/>
            <ac:spMk id="9" creationId="{E2384209-CB15-4CDF-9D31-C44FD9A3F20D}"/>
          </ac:spMkLst>
        </pc:spChg>
        <pc:spChg chg="add">
          <ac:chgData name="Cesar, Diana R" userId="S::dcesarr@hc.edu::393a9398-a761-4704-b7b7-17dfa71b249b" providerId="AD" clId="Web-{D7CD01EC-95A9-5313-EC94-E21D918FC2DC}" dt="2025-09-29T22:17:28.150" v="19"/>
          <ac:spMkLst>
            <pc:docMk/>
            <pc:sldMk cId="2256953580" sldId="270"/>
            <ac:spMk id="11" creationId="{2633B3B5-CC90-43F0-8714-D31D1F3F0209}"/>
          </ac:spMkLst>
        </pc:spChg>
        <pc:spChg chg="add">
          <ac:chgData name="Cesar, Diana R" userId="S::dcesarr@hc.edu::393a9398-a761-4704-b7b7-17dfa71b249b" providerId="AD" clId="Web-{D7CD01EC-95A9-5313-EC94-E21D918FC2DC}" dt="2025-09-29T22:17:28.150" v="19"/>
          <ac:spMkLst>
            <pc:docMk/>
            <pc:sldMk cId="2256953580" sldId="270"/>
            <ac:spMk id="13" creationId="{A8D57A06-A426-446D-B02C-A2DC6B62E45E}"/>
          </ac:spMkLst>
        </pc:spChg>
        <pc:picChg chg="add mod">
          <ac:chgData name="Cesar, Diana R" userId="S::dcesarr@hc.edu::393a9398-a761-4704-b7b7-17dfa71b249b" providerId="AD" clId="Web-{D7CD01EC-95A9-5313-EC94-E21D918FC2DC}" dt="2025-09-29T22:17:32.493" v="21" actId="1076"/>
          <ac:picMkLst>
            <pc:docMk/>
            <pc:sldMk cId="2256953580" sldId="270"/>
            <ac:picMk id="2" creationId="{53F72D6A-4D9B-8B28-7023-3633BCB62A02}"/>
          </ac:picMkLst>
        </pc:picChg>
      </pc:sldChg>
      <pc:sldChg chg="addSp modSp new mod setBg">
        <pc:chgData name="Cesar, Diana R" userId="S::dcesarr@hc.edu::393a9398-a761-4704-b7b7-17dfa71b249b" providerId="AD" clId="Web-{D7CD01EC-95A9-5313-EC94-E21D918FC2DC}" dt="2025-09-29T22:17:52.307" v="24"/>
        <pc:sldMkLst>
          <pc:docMk/>
          <pc:sldMk cId="3182352512" sldId="271"/>
        </pc:sldMkLst>
        <pc:spChg chg="add">
          <ac:chgData name="Cesar, Diana R" userId="S::dcesarr@hc.edu::393a9398-a761-4704-b7b7-17dfa71b249b" providerId="AD" clId="Web-{D7CD01EC-95A9-5313-EC94-E21D918FC2DC}" dt="2025-09-29T22:17:52.307" v="24"/>
          <ac:spMkLst>
            <pc:docMk/>
            <pc:sldMk cId="3182352512" sldId="271"/>
            <ac:spMk id="7" creationId="{AB8C311F-7253-4AED-9701-7FC0708C41C7}"/>
          </ac:spMkLst>
        </pc:spChg>
        <pc:spChg chg="add">
          <ac:chgData name="Cesar, Diana R" userId="S::dcesarr@hc.edu::393a9398-a761-4704-b7b7-17dfa71b249b" providerId="AD" clId="Web-{D7CD01EC-95A9-5313-EC94-E21D918FC2DC}" dt="2025-09-29T22:17:52.307" v="24"/>
          <ac:spMkLst>
            <pc:docMk/>
            <pc:sldMk cId="3182352512" sldId="271"/>
            <ac:spMk id="9" creationId="{E2384209-CB15-4CDF-9D31-C44FD9A3F20D}"/>
          </ac:spMkLst>
        </pc:spChg>
        <pc:spChg chg="add">
          <ac:chgData name="Cesar, Diana R" userId="S::dcesarr@hc.edu::393a9398-a761-4704-b7b7-17dfa71b249b" providerId="AD" clId="Web-{D7CD01EC-95A9-5313-EC94-E21D918FC2DC}" dt="2025-09-29T22:17:52.307" v="24"/>
          <ac:spMkLst>
            <pc:docMk/>
            <pc:sldMk cId="3182352512" sldId="271"/>
            <ac:spMk id="11" creationId="{2633B3B5-CC90-43F0-8714-D31D1F3F0209}"/>
          </ac:spMkLst>
        </pc:spChg>
        <pc:spChg chg="add">
          <ac:chgData name="Cesar, Diana R" userId="S::dcesarr@hc.edu::393a9398-a761-4704-b7b7-17dfa71b249b" providerId="AD" clId="Web-{D7CD01EC-95A9-5313-EC94-E21D918FC2DC}" dt="2025-09-29T22:17:52.307" v="24"/>
          <ac:spMkLst>
            <pc:docMk/>
            <pc:sldMk cId="3182352512" sldId="271"/>
            <ac:spMk id="13" creationId="{A8D57A06-A426-446D-B02C-A2DC6B62E45E}"/>
          </ac:spMkLst>
        </pc:spChg>
        <pc:picChg chg="add mod">
          <ac:chgData name="Cesar, Diana R" userId="S::dcesarr@hc.edu::393a9398-a761-4704-b7b7-17dfa71b249b" providerId="AD" clId="Web-{D7CD01EC-95A9-5313-EC94-E21D918FC2DC}" dt="2025-09-29T22:17:52.307" v="24"/>
          <ac:picMkLst>
            <pc:docMk/>
            <pc:sldMk cId="3182352512" sldId="271"/>
            <ac:picMk id="2" creationId="{2890493B-2251-8FD6-184B-98DCAEE92B81}"/>
          </ac:picMkLst>
        </pc:picChg>
      </pc:sldChg>
      <pc:sldChg chg="addSp modSp new mod setBg">
        <pc:chgData name="Cesar, Diana R" userId="S::dcesarr@hc.edu::393a9398-a761-4704-b7b7-17dfa71b249b" providerId="AD" clId="Web-{D7CD01EC-95A9-5313-EC94-E21D918FC2DC}" dt="2025-09-29T22:18:35.247" v="27"/>
        <pc:sldMkLst>
          <pc:docMk/>
          <pc:sldMk cId="1505668882" sldId="272"/>
        </pc:sldMkLst>
        <pc:spChg chg="add">
          <ac:chgData name="Cesar, Diana R" userId="S::dcesarr@hc.edu::393a9398-a761-4704-b7b7-17dfa71b249b" providerId="AD" clId="Web-{D7CD01EC-95A9-5313-EC94-E21D918FC2DC}" dt="2025-09-29T22:18:35.247" v="27"/>
          <ac:spMkLst>
            <pc:docMk/>
            <pc:sldMk cId="1505668882" sldId="272"/>
            <ac:spMk id="7" creationId="{AB8C311F-7253-4AED-9701-7FC0708C41C7}"/>
          </ac:spMkLst>
        </pc:spChg>
        <pc:spChg chg="add">
          <ac:chgData name="Cesar, Diana R" userId="S::dcesarr@hc.edu::393a9398-a761-4704-b7b7-17dfa71b249b" providerId="AD" clId="Web-{D7CD01EC-95A9-5313-EC94-E21D918FC2DC}" dt="2025-09-29T22:18:35.247" v="27"/>
          <ac:spMkLst>
            <pc:docMk/>
            <pc:sldMk cId="1505668882" sldId="272"/>
            <ac:spMk id="9" creationId="{E2384209-CB15-4CDF-9D31-C44FD9A3F20D}"/>
          </ac:spMkLst>
        </pc:spChg>
        <pc:spChg chg="add">
          <ac:chgData name="Cesar, Diana R" userId="S::dcesarr@hc.edu::393a9398-a761-4704-b7b7-17dfa71b249b" providerId="AD" clId="Web-{D7CD01EC-95A9-5313-EC94-E21D918FC2DC}" dt="2025-09-29T22:18:35.247" v="27"/>
          <ac:spMkLst>
            <pc:docMk/>
            <pc:sldMk cId="1505668882" sldId="272"/>
            <ac:spMk id="11" creationId="{2633B3B5-CC90-43F0-8714-D31D1F3F0209}"/>
          </ac:spMkLst>
        </pc:spChg>
        <pc:spChg chg="add">
          <ac:chgData name="Cesar, Diana R" userId="S::dcesarr@hc.edu::393a9398-a761-4704-b7b7-17dfa71b249b" providerId="AD" clId="Web-{D7CD01EC-95A9-5313-EC94-E21D918FC2DC}" dt="2025-09-29T22:18:35.247" v="27"/>
          <ac:spMkLst>
            <pc:docMk/>
            <pc:sldMk cId="1505668882" sldId="272"/>
            <ac:spMk id="13" creationId="{A8D57A06-A426-446D-B02C-A2DC6B62E45E}"/>
          </ac:spMkLst>
        </pc:spChg>
        <pc:picChg chg="add mod">
          <ac:chgData name="Cesar, Diana R" userId="S::dcesarr@hc.edu::393a9398-a761-4704-b7b7-17dfa71b249b" providerId="AD" clId="Web-{D7CD01EC-95A9-5313-EC94-E21D918FC2DC}" dt="2025-09-29T22:18:35.247" v="27"/>
          <ac:picMkLst>
            <pc:docMk/>
            <pc:sldMk cId="1505668882" sldId="272"/>
            <ac:picMk id="2" creationId="{062433EF-6E0A-BF97-3583-0AD10E5068C9}"/>
          </ac:picMkLst>
        </pc:picChg>
      </pc:sldChg>
      <pc:sldChg chg="addSp delSp modSp new mod setBg modClrScheme chgLayout">
        <pc:chgData name="Cesar, Diana R" userId="S::dcesarr@hc.edu::393a9398-a761-4704-b7b7-17dfa71b249b" providerId="AD" clId="Web-{D7CD01EC-95A9-5313-EC94-E21D918FC2DC}" dt="2025-09-29T22:27:28.810" v="209"/>
        <pc:sldMkLst>
          <pc:docMk/>
          <pc:sldMk cId="740177160" sldId="273"/>
        </pc:sldMkLst>
        <pc:spChg chg="add">
          <ac:chgData name="Cesar, Diana R" userId="S::dcesarr@hc.edu::393a9398-a761-4704-b7b7-17dfa71b249b" providerId="AD" clId="Web-{D7CD01EC-95A9-5313-EC94-E21D918FC2DC}" dt="2025-09-29T22:27:28.810" v="209"/>
          <ac:spMkLst>
            <pc:docMk/>
            <pc:sldMk cId="740177160" sldId="273"/>
            <ac:spMk id="9" creationId="{AB8C311F-7253-4AED-9701-7FC0708C41C7}"/>
          </ac:spMkLst>
        </pc:spChg>
        <pc:spChg chg="add">
          <ac:chgData name="Cesar, Diana R" userId="S::dcesarr@hc.edu::393a9398-a761-4704-b7b7-17dfa71b249b" providerId="AD" clId="Web-{D7CD01EC-95A9-5313-EC94-E21D918FC2DC}" dt="2025-09-29T22:27:28.810" v="209"/>
          <ac:spMkLst>
            <pc:docMk/>
            <pc:sldMk cId="740177160" sldId="273"/>
            <ac:spMk id="11" creationId="{E2384209-CB15-4CDF-9D31-C44FD9A3F20D}"/>
          </ac:spMkLst>
        </pc:spChg>
        <pc:spChg chg="add">
          <ac:chgData name="Cesar, Diana R" userId="S::dcesarr@hc.edu::393a9398-a761-4704-b7b7-17dfa71b249b" providerId="AD" clId="Web-{D7CD01EC-95A9-5313-EC94-E21D918FC2DC}" dt="2025-09-29T22:27:28.810" v="209"/>
          <ac:spMkLst>
            <pc:docMk/>
            <pc:sldMk cId="740177160" sldId="273"/>
            <ac:spMk id="13" creationId="{2633B3B5-CC90-43F0-8714-D31D1F3F0209}"/>
          </ac:spMkLst>
        </pc:spChg>
        <pc:spChg chg="add">
          <ac:chgData name="Cesar, Diana R" userId="S::dcesarr@hc.edu::393a9398-a761-4704-b7b7-17dfa71b249b" providerId="AD" clId="Web-{D7CD01EC-95A9-5313-EC94-E21D918FC2DC}" dt="2025-09-29T22:27:28.810" v="209"/>
          <ac:spMkLst>
            <pc:docMk/>
            <pc:sldMk cId="740177160" sldId="273"/>
            <ac:spMk id="15" creationId="{A8D57A06-A426-446D-B02C-A2DC6B62E45E}"/>
          </ac:spMkLst>
        </pc:spChg>
        <pc:picChg chg="add mod">
          <ac:chgData name="Cesar, Diana R" userId="S::dcesarr@hc.edu::393a9398-a761-4704-b7b7-17dfa71b249b" providerId="AD" clId="Web-{D7CD01EC-95A9-5313-EC94-E21D918FC2DC}" dt="2025-09-29T22:27:28.810" v="209"/>
          <ac:picMkLst>
            <pc:docMk/>
            <pc:sldMk cId="740177160" sldId="273"/>
            <ac:picMk id="4" creationId="{F060F86F-8BFA-173C-66CA-744249A28862}"/>
          </ac:picMkLst>
        </pc:picChg>
      </pc:sldChg>
      <pc:sldChg chg="addSp modSp new mod setBg">
        <pc:chgData name="Cesar, Diana R" userId="S::dcesarr@hc.edu::393a9398-a761-4704-b7b7-17dfa71b249b" providerId="AD" clId="Web-{D7CD01EC-95A9-5313-EC94-E21D918FC2DC}" dt="2025-09-29T22:27:46.169" v="212"/>
        <pc:sldMkLst>
          <pc:docMk/>
          <pc:sldMk cId="3322078118" sldId="274"/>
        </pc:sldMkLst>
        <pc:spChg chg="add">
          <ac:chgData name="Cesar, Diana R" userId="S::dcesarr@hc.edu::393a9398-a761-4704-b7b7-17dfa71b249b" providerId="AD" clId="Web-{D7CD01EC-95A9-5313-EC94-E21D918FC2DC}" dt="2025-09-29T22:27:46.169" v="212"/>
          <ac:spMkLst>
            <pc:docMk/>
            <pc:sldMk cId="3322078118" sldId="274"/>
            <ac:spMk id="7" creationId="{AB8C311F-7253-4AED-9701-7FC0708C41C7}"/>
          </ac:spMkLst>
        </pc:spChg>
        <pc:spChg chg="add">
          <ac:chgData name="Cesar, Diana R" userId="S::dcesarr@hc.edu::393a9398-a761-4704-b7b7-17dfa71b249b" providerId="AD" clId="Web-{D7CD01EC-95A9-5313-EC94-E21D918FC2DC}" dt="2025-09-29T22:27:46.169" v="212"/>
          <ac:spMkLst>
            <pc:docMk/>
            <pc:sldMk cId="3322078118" sldId="274"/>
            <ac:spMk id="9" creationId="{E2384209-CB15-4CDF-9D31-C44FD9A3F20D}"/>
          </ac:spMkLst>
        </pc:spChg>
        <pc:spChg chg="add">
          <ac:chgData name="Cesar, Diana R" userId="S::dcesarr@hc.edu::393a9398-a761-4704-b7b7-17dfa71b249b" providerId="AD" clId="Web-{D7CD01EC-95A9-5313-EC94-E21D918FC2DC}" dt="2025-09-29T22:27:46.169" v="212"/>
          <ac:spMkLst>
            <pc:docMk/>
            <pc:sldMk cId="3322078118" sldId="274"/>
            <ac:spMk id="11" creationId="{2633B3B5-CC90-43F0-8714-D31D1F3F0209}"/>
          </ac:spMkLst>
        </pc:spChg>
        <pc:spChg chg="add">
          <ac:chgData name="Cesar, Diana R" userId="S::dcesarr@hc.edu::393a9398-a761-4704-b7b7-17dfa71b249b" providerId="AD" clId="Web-{D7CD01EC-95A9-5313-EC94-E21D918FC2DC}" dt="2025-09-29T22:27:46.169" v="212"/>
          <ac:spMkLst>
            <pc:docMk/>
            <pc:sldMk cId="3322078118" sldId="274"/>
            <ac:spMk id="13" creationId="{A8D57A06-A426-446D-B02C-A2DC6B62E45E}"/>
          </ac:spMkLst>
        </pc:spChg>
        <pc:picChg chg="add mod">
          <ac:chgData name="Cesar, Diana R" userId="S::dcesarr@hc.edu::393a9398-a761-4704-b7b7-17dfa71b249b" providerId="AD" clId="Web-{D7CD01EC-95A9-5313-EC94-E21D918FC2DC}" dt="2025-09-29T22:27:46.169" v="212"/>
          <ac:picMkLst>
            <pc:docMk/>
            <pc:sldMk cId="3322078118" sldId="274"/>
            <ac:picMk id="2" creationId="{A63FF9C8-72F2-A57C-A031-EEDC7A9073AF}"/>
          </ac:picMkLst>
        </pc:picChg>
      </pc:sldChg>
      <pc:sldChg chg="addSp modSp new mod setBg">
        <pc:chgData name="Cesar, Diana R" userId="S::dcesarr@hc.edu::393a9398-a761-4704-b7b7-17dfa71b249b" providerId="AD" clId="Web-{D7CD01EC-95A9-5313-EC94-E21D918FC2DC}" dt="2025-09-29T22:27:59.873" v="215"/>
        <pc:sldMkLst>
          <pc:docMk/>
          <pc:sldMk cId="2645533397" sldId="275"/>
        </pc:sldMkLst>
        <pc:spChg chg="add">
          <ac:chgData name="Cesar, Diana R" userId="S::dcesarr@hc.edu::393a9398-a761-4704-b7b7-17dfa71b249b" providerId="AD" clId="Web-{D7CD01EC-95A9-5313-EC94-E21D918FC2DC}" dt="2025-09-29T22:27:59.873" v="215"/>
          <ac:spMkLst>
            <pc:docMk/>
            <pc:sldMk cId="2645533397" sldId="275"/>
            <ac:spMk id="7" creationId="{AB8C311F-7253-4AED-9701-7FC0708C41C7}"/>
          </ac:spMkLst>
        </pc:spChg>
        <pc:spChg chg="add">
          <ac:chgData name="Cesar, Diana R" userId="S::dcesarr@hc.edu::393a9398-a761-4704-b7b7-17dfa71b249b" providerId="AD" clId="Web-{D7CD01EC-95A9-5313-EC94-E21D918FC2DC}" dt="2025-09-29T22:27:59.873" v="215"/>
          <ac:spMkLst>
            <pc:docMk/>
            <pc:sldMk cId="2645533397" sldId="275"/>
            <ac:spMk id="9" creationId="{E2384209-CB15-4CDF-9D31-C44FD9A3F20D}"/>
          </ac:spMkLst>
        </pc:spChg>
        <pc:spChg chg="add">
          <ac:chgData name="Cesar, Diana R" userId="S::dcesarr@hc.edu::393a9398-a761-4704-b7b7-17dfa71b249b" providerId="AD" clId="Web-{D7CD01EC-95A9-5313-EC94-E21D918FC2DC}" dt="2025-09-29T22:27:59.873" v="215"/>
          <ac:spMkLst>
            <pc:docMk/>
            <pc:sldMk cId="2645533397" sldId="275"/>
            <ac:spMk id="11" creationId="{2633B3B5-CC90-43F0-8714-D31D1F3F0209}"/>
          </ac:spMkLst>
        </pc:spChg>
        <pc:spChg chg="add">
          <ac:chgData name="Cesar, Diana R" userId="S::dcesarr@hc.edu::393a9398-a761-4704-b7b7-17dfa71b249b" providerId="AD" clId="Web-{D7CD01EC-95A9-5313-EC94-E21D918FC2DC}" dt="2025-09-29T22:27:59.873" v="215"/>
          <ac:spMkLst>
            <pc:docMk/>
            <pc:sldMk cId="2645533397" sldId="275"/>
            <ac:spMk id="13" creationId="{A8D57A06-A426-446D-B02C-A2DC6B62E45E}"/>
          </ac:spMkLst>
        </pc:spChg>
        <pc:picChg chg="add mod">
          <ac:chgData name="Cesar, Diana R" userId="S::dcesarr@hc.edu::393a9398-a761-4704-b7b7-17dfa71b249b" providerId="AD" clId="Web-{D7CD01EC-95A9-5313-EC94-E21D918FC2DC}" dt="2025-09-29T22:27:59.873" v="215"/>
          <ac:picMkLst>
            <pc:docMk/>
            <pc:sldMk cId="2645533397" sldId="275"/>
            <ac:picMk id="2" creationId="{A92094DF-2B6E-6F92-CACE-4164E06A3B0B}"/>
          </ac:picMkLst>
        </pc:picChg>
      </pc:sldChg>
      <pc:sldChg chg="addSp modSp new mod setBg">
        <pc:chgData name="Cesar, Diana R" userId="S::dcesarr@hc.edu::393a9398-a761-4704-b7b7-17dfa71b249b" providerId="AD" clId="Web-{D7CD01EC-95A9-5313-EC94-E21D918FC2DC}" dt="2025-09-29T22:28:52.842" v="218"/>
        <pc:sldMkLst>
          <pc:docMk/>
          <pc:sldMk cId="1608888933" sldId="276"/>
        </pc:sldMkLst>
        <pc:spChg chg="add">
          <ac:chgData name="Cesar, Diana R" userId="S::dcesarr@hc.edu::393a9398-a761-4704-b7b7-17dfa71b249b" providerId="AD" clId="Web-{D7CD01EC-95A9-5313-EC94-E21D918FC2DC}" dt="2025-09-29T22:28:52.842" v="218"/>
          <ac:spMkLst>
            <pc:docMk/>
            <pc:sldMk cId="1608888933" sldId="276"/>
            <ac:spMk id="7" creationId="{AB8C311F-7253-4AED-9701-7FC0708C41C7}"/>
          </ac:spMkLst>
        </pc:spChg>
        <pc:spChg chg="add">
          <ac:chgData name="Cesar, Diana R" userId="S::dcesarr@hc.edu::393a9398-a761-4704-b7b7-17dfa71b249b" providerId="AD" clId="Web-{D7CD01EC-95A9-5313-EC94-E21D918FC2DC}" dt="2025-09-29T22:28:52.842" v="218"/>
          <ac:spMkLst>
            <pc:docMk/>
            <pc:sldMk cId="1608888933" sldId="276"/>
            <ac:spMk id="9" creationId="{E2384209-CB15-4CDF-9D31-C44FD9A3F20D}"/>
          </ac:spMkLst>
        </pc:spChg>
        <pc:spChg chg="add">
          <ac:chgData name="Cesar, Diana R" userId="S::dcesarr@hc.edu::393a9398-a761-4704-b7b7-17dfa71b249b" providerId="AD" clId="Web-{D7CD01EC-95A9-5313-EC94-E21D918FC2DC}" dt="2025-09-29T22:28:52.842" v="218"/>
          <ac:spMkLst>
            <pc:docMk/>
            <pc:sldMk cId="1608888933" sldId="276"/>
            <ac:spMk id="11" creationId="{2633B3B5-CC90-43F0-8714-D31D1F3F0209}"/>
          </ac:spMkLst>
        </pc:spChg>
        <pc:spChg chg="add">
          <ac:chgData name="Cesar, Diana R" userId="S::dcesarr@hc.edu::393a9398-a761-4704-b7b7-17dfa71b249b" providerId="AD" clId="Web-{D7CD01EC-95A9-5313-EC94-E21D918FC2DC}" dt="2025-09-29T22:28:52.842" v="218"/>
          <ac:spMkLst>
            <pc:docMk/>
            <pc:sldMk cId="1608888933" sldId="276"/>
            <ac:spMk id="13" creationId="{A8D57A06-A426-446D-B02C-A2DC6B62E45E}"/>
          </ac:spMkLst>
        </pc:spChg>
        <pc:picChg chg="add mod">
          <ac:chgData name="Cesar, Diana R" userId="S::dcesarr@hc.edu::393a9398-a761-4704-b7b7-17dfa71b249b" providerId="AD" clId="Web-{D7CD01EC-95A9-5313-EC94-E21D918FC2DC}" dt="2025-09-29T22:28:52.842" v="218"/>
          <ac:picMkLst>
            <pc:docMk/>
            <pc:sldMk cId="1608888933" sldId="276"/>
            <ac:picMk id="2" creationId="{4132C4D3-487E-BBDA-4757-D9671EC1E0B3}"/>
          </ac:picMkLst>
        </pc:picChg>
      </pc:sldChg>
      <pc:sldChg chg="addSp modSp new mod setBg">
        <pc:chgData name="Cesar, Diana R" userId="S::dcesarr@hc.edu::393a9398-a761-4704-b7b7-17dfa71b249b" providerId="AD" clId="Web-{D7CD01EC-95A9-5313-EC94-E21D918FC2DC}" dt="2025-09-29T22:29:17.186" v="221"/>
        <pc:sldMkLst>
          <pc:docMk/>
          <pc:sldMk cId="373921129" sldId="277"/>
        </pc:sldMkLst>
        <pc:spChg chg="add">
          <ac:chgData name="Cesar, Diana R" userId="S::dcesarr@hc.edu::393a9398-a761-4704-b7b7-17dfa71b249b" providerId="AD" clId="Web-{D7CD01EC-95A9-5313-EC94-E21D918FC2DC}" dt="2025-09-29T22:29:17.186" v="221"/>
          <ac:spMkLst>
            <pc:docMk/>
            <pc:sldMk cId="373921129" sldId="277"/>
            <ac:spMk id="7" creationId="{AB8C311F-7253-4AED-9701-7FC0708C41C7}"/>
          </ac:spMkLst>
        </pc:spChg>
        <pc:spChg chg="add">
          <ac:chgData name="Cesar, Diana R" userId="S::dcesarr@hc.edu::393a9398-a761-4704-b7b7-17dfa71b249b" providerId="AD" clId="Web-{D7CD01EC-95A9-5313-EC94-E21D918FC2DC}" dt="2025-09-29T22:29:17.186" v="221"/>
          <ac:spMkLst>
            <pc:docMk/>
            <pc:sldMk cId="373921129" sldId="277"/>
            <ac:spMk id="9" creationId="{E2384209-CB15-4CDF-9D31-C44FD9A3F20D}"/>
          </ac:spMkLst>
        </pc:spChg>
        <pc:spChg chg="add">
          <ac:chgData name="Cesar, Diana R" userId="S::dcesarr@hc.edu::393a9398-a761-4704-b7b7-17dfa71b249b" providerId="AD" clId="Web-{D7CD01EC-95A9-5313-EC94-E21D918FC2DC}" dt="2025-09-29T22:29:17.186" v="221"/>
          <ac:spMkLst>
            <pc:docMk/>
            <pc:sldMk cId="373921129" sldId="277"/>
            <ac:spMk id="11" creationId="{2633B3B5-CC90-43F0-8714-D31D1F3F0209}"/>
          </ac:spMkLst>
        </pc:spChg>
        <pc:spChg chg="add">
          <ac:chgData name="Cesar, Diana R" userId="S::dcesarr@hc.edu::393a9398-a761-4704-b7b7-17dfa71b249b" providerId="AD" clId="Web-{D7CD01EC-95A9-5313-EC94-E21D918FC2DC}" dt="2025-09-29T22:29:17.186" v="221"/>
          <ac:spMkLst>
            <pc:docMk/>
            <pc:sldMk cId="373921129" sldId="277"/>
            <ac:spMk id="13" creationId="{A8D57A06-A426-446D-B02C-A2DC6B62E45E}"/>
          </ac:spMkLst>
        </pc:spChg>
        <pc:picChg chg="add mod">
          <ac:chgData name="Cesar, Diana R" userId="S::dcesarr@hc.edu::393a9398-a761-4704-b7b7-17dfa71b249b" providerId="AD" clId="Web-{D7CD01EC-95A9-5313-EC94-E21D918FC2DC}" dt="2025-09-29T22:29:17.186" v="221"/>
          <ac:picMkLst>
            <pc:docMk/>
            <pc:sldMk cId="373921129" sldId="277"/>
            <ac:picMk id="2" creationId="{00A608F4-59B5-B258-C34F-1508710E3582}"/>
          </ac:picMkLst>
        </pc:picChg>
      </pc:sldChg>
      <pc:sldChg chg="addSp modSp new mod setBg">
        <pc:chgData name="Cesar, Diana R" userId="S::dcesarr@hc.edu::393a9398-a761-4704-b7b7-17dfa71b249b" providerId="AD" clId="Web-{D7CD01EC-95A9-5313-EC94-E21D918FC2DC}" dt="2025-09-29T22:29:44.218" v="224"/>
        <pc:sldMkLst>
          <pc:docMk/>
          <pc:sldMk cId="3947898508" sldId="278"/>
        </pc:sldMkLst>
        <pc:spChg chg="add">
          <ac:chgData name="Cesar, Diana R" userId="S::dcesarr@hc.edu::393a9398-a761-4704-b7b7-17dfa71b249b" providerId="AD" clId="Web-{D7CD01EC-95A9-5313-EC94-E21D918FC2DC}" dt="2025-09-29T22:29:44.218" v="224"/>
          <ac:spMkLst>
            <pc:docMk/>
            <pc:sldMk cId="3947898508" sldId="278"/>
            <ac:spMk id="7" creationId="{AB8C311F-7253-4AED-9701-7FC0708C41C7}"/>
          </ac:spMkLst>
        </pc:spChg>
        <pc:spChg chg="add">
          <ac:chgData name="Cesar, Diana R" userId="S::dcesarr@hc.edu::393a9398-a761-4704-b7b7-17dfa71b249b" providerId="AD" clId="Web-{D7CD01EC-95A9-5313-EC94-E21D918FC2DC}" dt="2025-09-29T22:29:44.218" v="224"/>
          <ac:spMkLst>
            <pc:docMk/>
            <pc:sldMk cId="3947898508" sldId="278"/>
            <ac:spMk id="9" creationId="{E2384209-CB15-4CDF-9D31-C44FD9A3F20D}"/>
          </ac:spMkLst>
        </pc:spChg>
        <pc:spChg chg="add">
          <ac:chgData name="Cesar, Diana R" userId="S::dcesarr@hc.edu::393a9398-a761-4704-b7b7-17dfa71b249b" providerId="AD" clId="Web-{D7CD01EC-95A9-5313-EC94-E21D918FC2DC}" dt="2025-09-29T22:29:44.218" v="224"/>
          <ac:spMkLst>
            <pc:docMk/>
            <pc:sldMk cId="3947898508" sldId="278"/>
            <ac:spMk id="11" creationId="{2633B3B5-CC90-43F0-8714-D31D1F3F0209}"/>
          </ac:spMkLst>
        </pc:spChg>
        <pc:spChg chg="add">
          <ac:chgData name="Cesar, Diana R" userId="S::dcesarr@hc.edu::393a9398-a761-4704-b7b7-17dfa71b249b" providerId="AD" clId="Web-{D7CD01EC-95A9-5313-EC94-E21D918FC2DC}" dt="2025-09-29T22:29:44.218" v="224"/>
          <ac:spMkLst>
            <pc:docMk/>
            <pc:sldMk cId="3947898508" sldId="278"/>
            <ac:spMk id="13" creationId="{A8D57A06-A426-446D-B02C-A2DC6B62E45E}"/>
          </ac:spMkLst>
        </pc:spChg>
        <pc:picChg chg="add mod">
          <ac:chgData name="Cesar, Diana R" userId="S::dcesarr@hc.edu::393a9398-a761-4704-b7b7-17dfa71b249b" providerId="AD" clId="Web-{D7CD01EC-95A9-5313-EC94-E21D918FC2DC}" dt="2025-09-29T22:29:44.218" v="224"/>
          <ac:picMkLst>
            <pc:docMk/>
            <pc:sldMk cId="3947898508" sldId="278"/>
            <ac:picMk id="2" creationId="{931E2D12-5222-373F-9B57-2B9655D78C5C}"/>
          </ac:picMkLst>
        </pc:picChg>
      </pc:sldChg>
      <pc:sldChg chg="addSp delSp modSp new add del mod setBg modClrScheme chgLayout">
        <pc:chgData name="Cesar, Diana R" userId="S::dcesarr@hc.edu::393a9398-a761-4704-b7b7-17dfa71b249b" providerId="AD" clId="Web-{D7CD01EC-95A9-5313-EC94-E21D918FC2DC}" dt="2025-09-29T23:07:37.825" v="268"/>
        <pc:sldMkLst>
          <pc:docMk/>
          <pc:sldMk cId="2317379017" sldId="279"/>
        </pc:sldMkLst>
        <pc:spChg chg="add">
          <ac:chgData name="Cesar, Diana R" userId="S::dcesarr@hc.edu::393a9398-a761-4704-b7b7-17dfa71b249b" providerId="AD" clId="Web-{D7CD01EC-95A9-5313-EC94-E21D918FC2DC}" dt="2025-09-29T23:07:37.825" v="268"/>
          <ac:spMkLst>
            <pc:docMk/>
            <pc:sldMk cId="2317379017" sldId="279"/>
            <ac:spMk id="9" creationId="{AB8C311F-7253-4AED-9701-7FC0708C41C7}"/>
          </ac:spMkLst>
        </pc:spChg>
        <pc:spChg chg="add">
          <ac:chgData name="Cesar, Diana R" userId="S::dcesarr@hc.edu::393a9398-a761-4704-b7b7-17dfa71b249b" providerId="AD" clId="Web-{D7CD01EC-95A9-5313-EC94-E21D918FC2DC}" dt="2025-09-29T23:07:37.825" v="268"/>
          <ac:spMkLst>
            <pc:docMk/>
            <pc:sldMk cId="2317379017" sldId="279"/>
            <ac:spMk id="11" creationId="{E2384209-CB15-4CDF-9D31-C44FD9A3F20D}"/>
          </ac:spMkLst>
        </pc:spChg>
        <pc:spChg chg="add">
          <ac:chgData name="Cesar, Diana R" userId="S::dcesarr@hc.edu::393a9398-a761-4704-b7b7-17dfa71b249b" providerId="AD" clId="Web-{D7CD01EC-95A9-5313-EC94-E21D918FC2DC}" dt="2025-09-29T23:07:37.825" v="268"/>
          <ac:spMkLst>
            <pc:docMk/>
            <pc:sldMk cId="2317379017" sldId="279"/>
            <ac:spMk id="13" creationId="{2633B3B5-CC90-43F0-8714-D31D1F3F0209}"/>
          </ac:spMkLst>
        </pc:spChg>
        <pc:spChg chg="add">
          <ac:chgData name="Cesar, Diana R" userId="S::dcesarr@hc.edu::393a9398-a761-4704-b7b7-17dfa71b249b" providerId="AD" clId="Web-{D7CD01EC-95A9-5313-EC94-E21D918FC2DC}" dt="2025-09-29T23:07:37.825" v="268"/>
          <ac:spMkLst>
            <pc:docMk/>
            <pc:sldMk cId="2317379017" sldId="279"/>
            <ac:spMk id="15" creationId="{A8D57A06-A426-446D-B02C-A2DC6B62E45E}"/>
          </ac:spMkLst>
        </pc:spChg>
        <pc:picChg chg="add mod">
          <ac:chgData name="Cesar, Diana R" userId="S::dcesarr@hc.edu::393a9398-a761-4704-b7b7-17dfa71b249b" providerId="AD" clId="Web-{D7CD01EC-95A9-5313-EC94-E21D918FC2DC}" dt="2025-09-29T23:07:37.825" v="268"/>
          <ac:picMkLst>
            <pc:docMk/>
            <pc:sldMk cId="2317379017" sldId="279"/>
            <ac:picMk id="4" creationId="{59D8C824-D278-34B2-3EF8-DF465A92EE5D}"/>
          </ac:picMkLst>
        </pc:picChg>
      </pc:sldChg>
      <pc:sldChg chg="delSp new mod ord modClrScheme chgLayout">
        <pc:chgData name="Cesar, Diana R" userId="S::dcesarr@hc.edu::393a9398-a761-4704-b7b7-17dfa71b249b" providerId="AD" clId="Web-{D7CD01EC-95A9-5313-EC94-E21D918FC2DC}" dt="2025-09-29T23:12:44.297" v="276"/>
        <pc:sldMkLst>
          <pc:docMk/>
          <pc:sldMk cId="1924085377" sldId="280"/>
        </pc:sldMkLst>
      </pc:sldChg>
      <pc:sldChg chg="addSp delSp modSp new mod setBg modClrScheme chgLayout">
        <pc:chgData name="Cesar, Diana R" userId="S::dcesarr@hc.edu::393a9398-a761-4704-b7b7-17dfa71b249b" providerId="AD" clId="Web-{D7CD01EC-95A9-5313-EC94-E21D918FC2DC}" dt="2025-09-29T23:13:34.689" v="279"/>
        <pc:sldMkLst>
          <pc:docMk/>
          <pc:sldMk cId="2844049216" sldId="281"/>
        </pc:sldMkLst>
        <pc:spChg chg="add">
          <ac:chgData name="Cesar, Diana R" userId="S::dcesarr@hc.edu::393a9398-a761-4704-b7b7-17dfa71b249b" providerId="AD" clId="Web-{D7CD01EC-95A9-5313-EC94-E21D918FC2DC}" dt="2025-09-29T23:13:34.689" v="279"/>
          <ac:spMkLst>
            <pc:docMk/>
            <pc:sldMk cId="2844049216" sldId="281"/>
            <ac:spMk id="9" creationId="{AB8C311F-7253-4AED-9701-7FC0708C41C7}"/>
          </ac:spMkLst>
        </pc:spChg>
        <pc:spChg chg="add">
          <ac:chgData name="Cesar, Diana R" userId="S::dcesarr@hc.edu::393a9398-a761-4704-b7b7-17dfa71b249b" providerId="AD" clId="Web-{D7CD01EC-95A9-5313-EC94-E21D918FC2DC}" dt="2025-09-29T23:13:34.689" v="279"/>
          <ac:spMkLst>
            <pc:docMk/>
            <pc:sldMk cId="2844049216" sldId="281"/>
            <ac:spMk id="11" creationId="{E2384209-CB15-4CDF-9D31-C44FD9A3F20D}"/>
          </ac:spMkLst>
        </pc:spChg>
        <pc:spChg chg="add">
          <ac:chgData name="Cesar, Diana R" userId="S::dcesarr@hc.edu::393a9398-a761-4704-b7b7-17dfa71b249b" providerId="AD" clId="Web-{D7CD01EC-95A9-5313-EC94-E21D918FC2DC}" dt="2025-09-29T23:13:34.689" v="279"/>
          <ac:spMkLst>
            <pc:docMk/>
            <pc:sldMk cId="2844049216" sldId="281"/>
            <ac:spMk id="13" creationId="{2633B3B5-CC90-43F0-8714-D31D1F3F0209}"/>
          </ac:spMkLst>
        </pc:spChg>
        <pc:spChg chg="add">
          <ac:chgData name="Cesar, Diana R" userId="S::dcesarr@hc.edu::393a9398-a761-4704-b7b7-17dfa71b249b" providerId="AD" clId="Web-{D7CD01EC-95A9-5313-EC94-E21D918FC2DC}" dt="2025-09-29T23:13:34.689" v="279"/>
          <ac:spMkLst>
            <pc:docMk/>
            <pc:sldMk cId="2844049216" sldId="281"/>
            <ac:spMk id="15" creationId="{A8D57A06-A426-446D-B02C-A2DC6B62E45E}"/>
          </ac:spMkLst>
        </pc:spChg>
        <pc:picChg chg="add mod">
          <ac:chgData name="Cesar, Diana R" userId="S::dcesarr@hc.edu::393a9398-a761-4704-b7b7-17dfa71b249b" providerId="AD" clId="Web-{D7CD01EC-95A9-5313-EC94-E21D918FC2DC}" dt="2025-09-29T23:13:34.689" v="279"/>
          <ac:picMkLst>
            <pc:docMk/>
            <pc:sldMk cId="2844049216" sldId="281"/>
            <ac:picMk id="4" creationId="{6D69D112-18F1-B853-617B-09790C2A4DD7}"/>
          </ac:picMkLst>
        </pc:picChg>
      </pc:sldChg>
      <pc:sldChg chg="addSp delSp modSp new mod setBg modClrScheme chgLayout">
        <pc:chgData name="Cesar, Diana R" userId="S::dcesarr@hc.edu::393a9398-a761-4704-b7b7-17dfa71b249b" providerId="AD" clId="Web-{D7CD01EC-95A9-5313-EC94-E21D918FC2DC}" dt="2025-09-29T23:16:27.361" v="287"/>
        <pc:sldMkLst>
          <pc:docMk/>
          <pc:sldMk cId="471007249" sldId="282"/>
        </pc:sldMkLst>
        <pc:spChg chg="add">
          <ac:chgData name="Cesar, Diana R" userId="S::dcesarr@hc.edu::393a9398-a761-4704-b7b7-17dfa71b249b" providerId="AD" clId="Web-{D7CD01EC-95A9-5313-EC94-E21D918FC2DC}" dt="2025-09-29T23:16:27.361" v="287"/>
          <ac:spMkLst>
            <pc:docMk/>
            <pc:sldMk cId="471007249" sldId="282"/>
            <ac:spMk id="9" creationId="{AB8C311F-7253-4AED-9701-7FC0708C41C7}"/>
          </ac:spMkLst>
        </pc:spChg>
        <pc:spChg chg="add">
          <ac:chgData name="Cesar, Diana R" userId="S::dcesarr@hc.edu::393a9398-a761-4704-b7b7-17dfa71b249b" providerId="AD" clId="Web-{D7CD01EC-95A9-5313-EC94-E21D918FC2DC}" dt="2025-09-29T23:16:27.361" v="287"/>
          <ac:spMkLst>
            <pc:docMk/>
            <pc:sldMk cId="471007249" sldId="282"/>
            <ac:spMk id="11" creationId="{E2384209-CB15-4CDF-9D31-C44FD9A3F20D}"/>
          </ac:spMkLst>
        </pc:spChg>
        <pc:spChg chg="add">
          <ac:chgData name="Cesar, Diana R" userId="S::dcesarr@hc.edu::393a9398-a761-4704-b7b7-17dfa71b249b" providerId="AD" clId="Web-{D7CD01EC-95A9-5313-EC94-E21D918FC2DC}" dt="2025-09-29T23:16:27.361" v="287"/>
          <ac:spMkLst>
            <pc:docMk/>
            <pc:sldMk cId="471007249" sldId="282"/>
            <ac:spMk id="13" creationId="{2633B3B5-CC90-43F0-8714-D31D1F3F0209}"/>
          </ac:spMkLst>
        </pc:spChg>
        <pc:spChg chg="add">
          <ac:chgData name="Cesar, Diana R" userId="S::dcesarr@hc.edu::393a9398-a761-4704-b7b7-17dfa71b249b" providerId="AD" clId="Web-{D7CD01EC-95A9-5313-EC94-E21D918FC2DC}" dt="2025-09-29T23:16:27.361" v="287"/>
          <ac:spMkLst>
            <pc:docMk/>
            <pc:sldMk cId="471007249" sldId="282"/>
            <ac:spMk id="15" creationId="{A8D57A06-A426-446D-B02C-A2DC6B62E45E}"/>
          </ac:spMkLst>
        </pc:spChg>
        <pc:picChg chg="add mod">
          <ac:chgData name="Cesar, Diana R" userId="S::dcesarr@hc.edu::393a9398-a761-4704-b7b7-17dfa71b249b" providerId="AD" clId="Web-{D7CD01EC-95A9-5313-EC94-E21D918FC2DC}" dt="2025-09-29T23:16:27.361" v="287"/>
          <ac:picMkLst>
            <pc:docMk/>
            <pc:sldMk cId="471007249" sldId="282"/>
            <ac:picMk id="4" creationId="{0BFA2B6B-C730-2A36-3056-A1E3925EBF25}"/>
          </ac:picMkLst>
        </pc:picChg>
      </pc:sldChg>
      <pc:sldChg chg="addSp delSp modSp new mod setBg">
        <pc:chgData name="Cesar, Diana R" userId="S::dcesarr@hc.edu::393a9398-a761-4704-b7b7-17dfa71b249b" providerId="AD" clId="Web-{D7CD01EC-95A9-5313-EC94-E21D918FC2DC}" dt="2025-09-29T23:33:18.675" v="533" actId="20577"/>
        <pc:sldMkLst>
          <pc:docMk/>
          <pc:sldMk cId="2068455549" sldId="283"/>
        </pc:sldMkLst>
        <pc:spChg chg="mod">
          <ac:chgData name="Cesar, Diana R" userId="S::dcesarr@hc.edu::393a9398-a761-4704-b7b7-17dfa71b249b" providerId="AD" clId="Web-{D7CD01EC-95A9-5313-EC94-E21D918FC2DC}" dt="2025-09-29T23:33:18.675" v="533" actId="20577"/>
          <ac:spMkLst>
            <pc:docMk/>
            <pc:sldMk cId="2068455549" sldId="283"/>
            <ac:spMk id="2" creationId="{A3536F84-6185-ED0B-72A5-049EEFB75B0A}"/>
          </ac:spMkLst>
        </pc:spChg>
        <pc:spChg chg="add">
          <ac:chgData name="Cesar, Diana R" userId="S::dcesarr@hc.edu::393a9398-a761-4704-b7b7-17dfa71b249b" providerId="AD" clId="Web-{D7CD01EC-95A9-5313-EC94-E21D918FC2DC}" dt="2025-09-29T23:32:46.049" v="530"/>
          <ac:spMkLst>
            <pc:docMk/>
            <pc:sldMk cId="2068455549" sldId="283"/>
            <ac:spMk id="29" creationId="{6C4028FD-8BAA-4A19-BFDE-594D991B7552}"/>
          </ac:spMkLst>
        </pc:spChg>
        <pc:graphicFrameChg chg="add mod modGraphic">
          <ac:chgData name="Cesar, Diana R" userId="S::dcesarr@hc.edu::393a9398-a761-4704-b7b7-17dfa71b249b" providerId="AD" clId="Web-{D7CD01EC-95A9-5313-EC94-E21D918FC2DC}" dt="2025-09-29T23:32:53.690" v="531"/>
          <ac:graphicFrameMkLst>
            <pc:docMk/>
            <pc:sldMk cId="2068455549" sldId="283"/>
            <ac:graphicFrameMk id="19" creationId="{83BC2A1A-6891-98A0-2AA8-3D2DCDEE4B6A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D5210B-7E7D-4CAA-BAA3-0AC28D8D6787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3A8BF13-0B8D-4335-A0BD-AE79502741F2}">
      <dgm:prSet/>
      <dgm:spPr/>
      <dgm:t>
        <a:bodyPr/>
        <a:lstStyle/>
        <a:p>
          <a:r>
            <a:rPr lang="en-US"/>
            <a:t>Support fundraising efforts and manage donations efficiently</a:t>
          </a:r>
        </a:p>
      </dgm:t>
    </dgm:pt>
    <dgm:pt modelId="{222CF8AF-1D1F-407F-BA4E-18B2411AA888}" type="parTrans" cxnId="{C0397474-A920-476F-A995-C2A6A8FA2A78}">
      <dgm:prSet/>
      <dgm:spPr/>
      <dgm:t>
        <a:bodyPr/>
        <a:lstStyle/>
        <a:p>
          <a:endParaRPr lang="en-US"/>
        </a:p>
      </dgm:t>
    </dgm:pt>
    <dgm:pt modelId="{2F726D4A-6855-433C-AD4E-D5CB0FA45CEC}" type="sibTrans" cxnId="{C0397474-A920-476F-A995-C2A6A8FA2A78}">
      <dgm:prSet phldrT="1" phldr="0"/>
      <dgm:spPr/>
      <dgm:t>
        <a:bodyPr/>
        <a:lstStyle/>
        <a:p>
          <a:endParaRPr lang="en-US"/>
        </a:p>
      </dgm:t>
    </dgm:pt>
    <dgm:pt modelId="{A00C03DF-40FE-4C59-96A7-41DE9CB96033}">
      <dgm:prSet/>
      <dgm:spPr/>
      <dgm:t>
        <a:bodyPr/>
        <a:lstStyle/>
        <a:p>
          <a:r>
            <a:rPr lang="en-US"/>
            <a:t>Track donors and their affiliations (alumni, parents, staff, etc.)</a:t>
          </a:r>
        </a:p>
      </dgm:t>
    </dgm:pt>
    <dgm:pt modelId="{574CDEAE-35FF-478C-9B43-E469F7EED7E0}" type="parTrans" cxnId="{91DC804A-B89F-4589-9137-181BA5A4106D}">
      <dgm:prSet/>
      <dgm:spPr/>
      <dgm:t>
        <a:bodyPr/>
        <a:lstStyle/>
        <a:p>
          <a:endParaRPr lang="en-US"/>
        </a:p>
      </dgm:t>
    </dgm:pt>
    <dgm:pt modelId="{A286A3F7-F33B-436E-8244-F9E2116297D8}" type="sibTrans" cxnId="{91DC804A-B89F-4589-9137-181BA5A4106D}">
      <dgm:prSet phldrT="2" phldr="0"/>
      <dgm:spPr/>
      <dgm:t>
        <a:bodyPr/>
        <a:lstStyle/>
        <a:p>
          <a:endParaRPr lang="en-US"/>
        </a:p>
      </dgm:t>
    </dgm:pt>
    <dgm:pt modelId="{72B1137E-D1BB-4501-9AEB-1854EEB99B43}">
      <dgm:prSet/>
      <dgm:spPr/>
      <dgm:t>
        <a:bodyPr/>
        <a:lstStyle/>
        <a:p>
          <a:r>
            <a:rPr lang="en-US"/>
            <a:t>Record pledges, payments, and installment schedules</a:t>
          </a:r>
        </a:p>
      </dgm:t>
    </dgm:pt>
    <dgm:pt modelId="{455E2868-2609-48C2-BF09-D6D38673DD69}" type="parTrans" cxnId="{EF653A79-6812-4E3C-8D4A-AAF42B2FDD2F}">
      <dgm:prSet/>
      <dgm:spPr/>
      <dgm:t>
        <a:bodyPr/>
        <a:lstStyle/>
        <a:p>
          <a:endParaRPr lang="en-US"/>
        </a:p>
      </dgm:t>
    </dgm:pt>
    <dgm:pt modelId="{6EFDFEF5-289D-4339-8380-13095807D20E}" type="sibTrans" cxnId="{EF653A79-6812-4E3C-8D4A-AAF42B2FDD2F}">
      <dgm:prSet phldrT="3" phldr="0"/>
      <dgm:spPr/>
      <dgm:t>
        <a:bodyPr/>
        <a:lstStyle/>
        <a:p>
          <a:endParaRPr lang="en-US"/>
        </a:p>
      </dgm:t>
    </dgm:pt>
    <dgm:pt modelId="{83E6C738-ADB8-4425-B178-8A1AC8776F50}">
      <dgm:prSet/>
      <dgm:spPr/>
      <dgm:t>
        <a:bodyPr/>
        <a:lstStyle/>
        <a:p>
          <a:r>
            <a:rPr lang="en-US"/>
            <a:t>Personalize communication (letters, reminders)</a:t>
          </a:r>
        </a:p>
      </dgm:t>
    </dgm:pt>
    <dgm:pt modelId="{B6CAC49F-D151-4279-B991-EFEBA8A279FF}" type="parTrans" cxnId="{F3448A0A-3C23-43DF-83B0-3A63B752861D}">
      <dgm:prSet/>
      <dgm:spPr/>
      <dgm:t>
        <a:bodyPr/>
        <a:lstStyle/>
        <a:p>
          <a:endParaRPr lang="en-US"/>
        </a:p>
      </dgm:t>
    </dgm:pt>
    <dgm:pt modelId="{2C2D97E8-DA59-47AE-90F8-AE8164CA8201}" type="sibTrans" cxnId="{F3448A0A-3C23-43DF-83B0-3A63B752861D}">
      <dgm:prSet phldrT="4" phldr="0"/>
      <dgm:spPr/>
      <dgm:t>
        <a:bodyPr/>
        <a:lstStyle/>
        <a:p>
          <a:endParaRPr lang="en-US"/>
        </a:p>
      </dgm:t>
    </dgm:pt>
    <dgm:pt modelId="{C90406F4-62E7-4B5B-AC59-4E7390491C51}">
      <dgm:prSet/>
      <dgm:spPr/>
      <dgm:t>
        <a:bodyPr/>
        <a:lstStyle/>
        <a:p>
          <a:r>
            <a:rPr lang="en-US"/>
            <a:t>Monitor donor categories and “donor circles”</a:t>
          </a:r>
        </a:p>
      </dgm:t>
    </dgm:pt>
    <dgm:pt modelId="{9F0B9D74-7B07-4DAF-8331-7666FD9931BC}" type="parTrans" cxnId="{76763B4B-8A18-4D4D-99AE-2029AA31C216}">
      <dgm:prSet/>
      <dgm:spPr/>
      <dgm:t>
        <a:bodyPr/>
        <a:lstStyle/>
        <a:p>
          <a:endParaRPr lang="en-US"/>
        </a:p>
      </dgm:t>
    </dgm:pt>
    <dgm:pt modelId="{62D6CA73-EAF8-49E0-A348-B668F7442263}" type="sibTrans" cxnId="{76763B4B-8A18-4D4D-99AE-2029AA31C216}">
      <dgm:prSet phldrT="5" phldr="0"/>
      <dgm:spPr/>
      <dgm:t>
        <a:bodyPr/>
        <a:lstStyle/>
        <a:p>
          <a:endParaRPr lang="en-US"/>
        </a:p>
      </dgm:t>
    </dgm:pt>
    <dgm:pt modelId="{620A7EE0-6DBB-41A7-97ED-C56BE1F6AE9C}">
      <dgm:prSet/>
      <dgm:spPr/>
      <dgm:t>
        <a:bodyPr/>
        <a:lstStyle/>
        <a:p>
          <a:pPr rtl="0"/>
          <a:r>
            <a:rPr lang="en-US">
              <a:latin typeface="Calibri"/>
            </a:rPr>
            <a:t>Generate reports for planning and annual summary</a:t>
          </a:r>
          <a:endParaRPr lang="en-US"/>
        </a:p>
      </dgm:t>
    </dgm:pt>
    <dgm:pt modelId="{3691E430-30DB-4F5C-8A96-FA657518B560}" type="parTrans" cxnId="{83D09D91-5ADD-4FC2-814C-743963E73AD3}">
      <dgm:prSet/>
      <dgm:spPr/>
      <dgm:t>
        <a:bodyPr/>
        <a:lstStyle/>
        <a:p>
          <a:endParaRPr lang="en-US"/>
        </a:p>
      </dgm:t>
    </dgm:pt>
    <dgm:pt modelId="{D0F47EB2-7E68-4EA6-886C-9AAC43131ADE}" type="sibTrans" cxnId="{83D09D91-5ADD-4FC2-814C-743963E73AD3}">
      <dgm:prSet phldrT="6" phldr="0"/>
      <dgm:spPr/>
      <dgm:t>
        <a:bodyPr/>
        <a:lstStyle/>
        <a:p>
          <a:endParaRPr lang="en-US"/>
        </a:p>
      </dgm:t>
    </dgm:pt>
    <dgm:pt modelId="{71B8203E-A672-40C8-A1EA-244896BEC0A1}" type="pres">
      <dgm:prSet presAssocID="{40D5210B-7E7D-4CAA-BAA3-0AC28D8D6787}" presName="diagram" presStyleCnt="0">
        <dgm:presLayoutVars>
          <dgm:dir/>
          <dgm:resizeHandles val="exact"/>
        </dgm:presLayoutVars>
      </dgm:prSet>
      <dgm:spPr/>
    </dgm:pt>
    <dgm:pt modelId="{8C93B376-B684-4323-900C-33FEEF62E405}" type="pres">
      <dgm:prSet presAssocID="{23A8BF13-0B8D-4335-A0BD-AE79502741F2}" presName="node" presStyleLbl="node1" presStyleIdx="0" presStyleCnt="6">
        <dgm:presLayoutVars>
          <dgm:bulletEnabled val="1"/>
        </dgm:presLayoutVars>
      </dgm:prSet>
      <dgm:spPr/>
    </dgm:pt>
    <dgm:pt modelId="{06F2CC5B-9B48-4AF6-BD0E-E2073863E369}" type="pres">
      <dgm:prSet presAssocID="{2F726D4A-6855-433C-AD4E-D5CB0FA45CEC}" presName="sibTrans" presStyleCnt="0"/>
      <dgm:spPr/>
    </dgm:pt>
    <dgm:pt modelId="{6A5F2E4B-F856-4721-8C61-882DF8B17B97}" type="pres">
      <dgm:prSet presAssocID="{A00C03DF-40FE-4C59-96A7-41DE9CB96033}" presName="node" presStyleLbl="node1" presStyleIdx="1" presStyleCnt="6">
        <dgm:presLayoutVars>
          <dgm:bulletEnabled val="1"/>
        </dgm:presLayoutVars>
      </dgm:prSet>
      <dgm:spPr/>
    </dgm:pt>
    <dgm:pt modelId="{3FD41496-196C-48C9-B600-DEFFDB37B822}" type="pres">
      <dgm:prSet presAssocID="{A286A3F7-F33B-436E-8244-F9E2116297D8}" presName="sibTrans" presStyleCnt="0"/>
      <dgm:spPr/>
    </dgm:pt>
    <dgm:pt modelId="{34B4327F-2D19-4A8F-BA1A-94BDE01FC9DC}" type="pres">
      <dgm:prSet presAssocID="{72B1137E-D1BB-4501-9AEB-1854EEB99B43}" presName="node" presStyleLbl="node1" presStyleIdx="2" presStyleCnt="6">
        <dgm:presLayoutVars>
          <dgm:bulletEnabled val="1"/>
        </dgm:presLayoutVars>
      </dgm:prSet>
      <dgm:spPr/>
    </dgm:pt>
    <dgm:pt modelId="{BED2647E-33D9-48E1-B570-8C640E730728}" type="pres">
      <dgm:prSet presAssocID="{6EFDFEF5-289D-4339-8380-13095807D20E}" presName="sibTrans" presStyleCnt="0"/>
      <dgm:spPr/>
    </dgm:pt>
    <dgm:pt modelId="{7EA6CB07-8191-4E98-BF0B-848FB5682753}" type="pres">
      <dgm:prSet presAssocID="{83E6C738-ADB8-4425-B178-8A1AC8776F50}" presName="node" presStyleLbl="node1" presStyleIdx="3" presStyleCnt="6">
        <dgm:presLayoutVars>
          <dgm:bulletEnabled val="1"/>
        </dgm:presLayoutVars>
      </dgm:prSet>
      <dgm:spPr/>
    </dgm:pt>
    <dgm:pt modelId="{1FA189E5-32DC-4DAF-819B-30EC78CA3CEC}" type="pres">
      <dgm:prSet presAssocID="{2C2D97E8-DA59-47AE-90F8-AE8164CA8201}" presName="sibTrans" presStyleCnt="0"/>
      <dgm:spPr/>
    </dgm:pt>
    <dgm:pt modelId="{CA61761E-D33B-4241-8EDF-12CC95CDBDE1}" type="pres">
      <dgm:prSet presAssocID="{C90406F4-62E7-4B5B-AC59-4E7390491C51}" presName="node" presStyleLbl="node1" presStyleIdx="4" presStyleCnt="6">
        <dgm:presLayoutVars>
          <dgm:bulletEnabled val="1"/>
        </dgm:presLayoutVars>
      </dgm:prSet>
      <dgm:spPr/>
    </dgm:pt>
    <dgm:pt modelId="{1B7A7440-893C-41A0-95A6-A504CE3B715D}" type="pres">
      <dgm:prSet presAssocID="{62D6CA73-EAF8-49E0-A348-B668F7442263}" presName="sibTrans" presStyleCnt="0"/>
      <dgm:spPr/>
    </dgm:pt>
    <dgm:pt modelId="{EEC4D6A3-079F-41EA-B052-AAD4C3FE993A}" type="pres">
      <dgm:prSet presAssocID="{620A7EE0-6DBB-41A7-97ED-C56BE1F6AE9C}" presName="node" presStyleLbl="node1" presStyleIdx="5" presStyleCnt="6">
        <dgm:presLayoutVars>
          <dgm:bulletEnabled val="1"/>
        </dgm:presLayoutVars>
      </dgm:prSet>
      <dgm:spPr/>
    </dgm:pt>
  </dgm:ptLst>
  <dgm:cxnLst>
    <dgm:cxn modelId="{4ABB3700-D9DF-47C2-9792-829767878F98}" type="presOf" srcId="{23A8BF13-0B8D-4335-A0BD-AE79502741F2}" destId="{8C93B376-B684-4323-900C-33FEEF62E405}" srcOrd="0" destOrd="0" presId="urn:microsoft.com/office/officeart/2005/8/layout/default"/>
    <dgm:cxn modelId="{F3448A0A-3C23-43DF-83B0-3A63B752861D}" srcId="{40D5210B-7E7D-4CAA-BAA3-0AC28D8D6787}" destId="{83E6C738-ADB8-4425-B178-8A1AC8776F50}" srcOrd="3" destOrd="0" parTransId="{B6CAC49F-D151-4279-B991-EFEBA8A279FF}" sibTransId="{2C2D97E8-DA59-47AE-90F8-AE8164CA8201}"/>
    <dgm:cxn modelId="{04876D29-96C9-43E6-92DB-192975BC2990}" type="presOf" srcId="{C90406F4-62E7-4B5B-AC59-4E7390491C51}" destId="{CA61761E-D33B-4241-8EDF-12CC95CDBDE1}" srcOrd="0" destOrd="0" presId="urn:microsoft.com/office/officeart/2005/8/layout/default"/>
    <dgm:cxn modelId="{178F8140-4175-46B0-A87A-B96B768C2740}" type="presOf" srcId="{72B1137E-D1BB-4501-9AEB-1854EEB99B43}" destId="{34B4327F-2D19-4A8F-BA1A-94BDE01FC9DC}" srcOrd="0" destOrd="0" presId="urn:microsoft.com/office/officeart/2005/8/layout/default"/>
    <dgm:cxn modelId="{28D23C46-8EA8-4F58-9FCD-19713B95C9FE}" type="presOf" srcId="{A00C03DF-40FE-4C59-96A7-41DE9CB96033}" destId="{6A5F2E4B-F856-4721-8C61-882DF8B17B97}" srcOrd="0" destOrd="0" presId="urn:microsoft.com/office/officeart/2005/8/layout/default"/>
    <dgm:cxn modelId="{91DC804A-B89F-4589-9137-181BA5A4106D}" srcId="{40D5210B-7E7D-4CAA-BAA3-0AC28D8D6787}" destId="{A00C03DF-40FE-4C59-96A7-41DE9CB96033}" srcOrd="1" destOrd="0" parTransId="{574CDEAE-35FF-478C-9B43-E469F7EED7E0}" sibTransId="{A286A3F7-F33B-436E-8244-F9E2116297D8}"/>
    <dgm:cxn modelId="{76763B4B-8A18-4D4D-99AE-2029AA31C216}" srcId="{40D5210B-7E7D-4CAA-BAA3-0AC28D8D6787}" destId="{C90406F4-62E7-4B5B-AC59-4E7390491C51}" srcOrd="4" destOrd="0" parTransId="{9F0B9D74-7B07-4DAF-8331-7666FD9931BC}" sibTransId="{62D6CA73-EAF8-49E0-A348-B668F7442263}"/>
    <dgm:cxn modelId="{C0397474-A920-476F-A995-C2A6A8FA2A78}" srcId="{40D5210B-7E7D-4CAA-BAA3-0AC28D8D6787}" destId="{23A8BF13-0B8D-4335-A0BD-AE79502741F2}" srcOrd="0" destOrd="0" parTransId="{222CF8AF-1D1F-407F-BA4E-18B2411AA888}" sibTransId="{2F726D4A-6855-433C-AD4E-D5CB0FA45CEC}"/>
    <dgm:cxn modelId="{EF653A79-6812-4E3C-8D4A-AAF42B2FDD2F}" srcId="{40D5210B-7E7D-4CAA-BAA3-0AC28D8D6787}" destId="{72B1137E-D1BB-4501-9AEB-1854EEB99B43}" srcOrd="2" destOrd="0" parTransId="{455E2868-2609-48C2-BF09-D6D38673DD69}" sibTransId="{6EFDFEF5-289D-4339-8380-13095807D20E}"/>
    <dgm:cxn modelId="{83D09D91-5ADD-4FC2-814C-743963E73AD3}" srcId="{40D5210B-7E7D-4CAA-BAA3-0AC28D8D6787}" destId="{620A7EE0-6DBB-41A7-97ED-C56BE1F6AE9C}" srcOrd="5" destOrd="0" parTransId="{3691E430-30DB-4F5C-8A96-FA657518B560}" sibTransId="{D0F47EB2-7E68-4EA6-886C-9AAC43131ADE}"/>
    <dgm:cxn modelId="{14DD00A8-2D18-4912-9D04-6FBD43A11DFE}" type="presOf" srcId="{40D5210B-7E7D-4CAA-BAA3-0AC28D8D6787}" destId="{71B8203E-A672-40C8-A1EA-244896BEC0A1}" srcOrd="0" destOrd="0" presId="urn:microsoft.com/office/officeart/2005/8/layout/default"/>
    <dgm:cxn modelId="{BB622AAA-B6A7-4DB4-92CE-7B8937C593D0}" type="presOf" srcId="{620A7EE0-6DBB-41A7-97ED-C56BE1F6AE9C}" destId="{EEC4D6A3-079F-41EA-B052-AAD4C3FE993A}" srcOrd="0" destOrd="0" presId="urn:microsoft.com/office/officeart/2005/8/layout/default"/>
    <dgm:cxn modelId="{9F9ADCE4-455D-406A-8E9A-493EC18D0BB9}" type="presOf" srcId="{83E6C738-ADB8-4425-B178-8A1AC8776F50}" destId="{7EA6CB07-8191-4E98-BF0B-848FB5682753}" srcOrd="0" destOrd="0" presId="urn:microsoft.com/office/officeart/2005/8/layout/default"/>
    <dgm:cxn modelId="{1DD64A88-FDA9-4578-A8BB-0AD3ECE79A85}" type="presParOf" srcId="{71B8203E-A672-40C8-A1EA-244896BEC0A1}" destId="{8C93B376-B684-4323-900C-33FEEF62E405}" srcOrd="0" destOrd="0" presId="urn:microsoft.com/office/officeart/2005/8/layout/default"/>
    <dgm:cxn modelId="{499CDCA4-7307-436B-80B5-8BFBAB6F6670}" type="presParOf" srcId="{71B8203E-A672-40C8-A1EA-244896BEC0A1}" destId="{06F2CC5B-9B48-4AF6-BD0E-E2073863E369}" srcOrd="1" destOrd="0" presId="urn:microsoft.com/office/officeart/2005/8/layout/default"/>
    <dgm:cxn modelId="{65668A87-7E47-4E64-9C99-A9B78C599F13}" type="presParOf" srcId="{71B8203E-A672-40C8-A1EA-244896BEC0A1}" destId="{6A5F2E4B-F856-4721-8C61-882DF8B17B97}" srcOrd="2" destOrd="0" presId="urn:microsoft.com/office/officeart/2005/8/layout/default"/>
    <dgm:cxn modelId="{3F991FA1-7655-424C-87AB-0635E25E093B}" type="presParOf" srcId="{71B8203E-A672-40C8-A1EA-244896BEC0A1}" destId="{3FD41496-196C-48C9-B600-DEFFDB37B822}" srcOrd="3" destOrd="0" presId="urn:microsoft.com/office/officeart/2005/8/layout/default"/>
    <dgm:cxn modelId="{4653E68C-055B-4616-AEBB-A7A5DE33969B}" type="presParOf" srcId="{71B8203E-A672-40C8-A1EA-244896BEC0A1}" destId="{34B4327F-2D19-4A8F-BA1A-94BDE01FC9DC}" srcOrd="4" destOrd="0" presId="urn:microsoft.com/office/officeart/2005/8/layout/default"/>
    <dgm:cxn modelId="{C3744CFB-3350-4500-9EEF-AD095648CC4C}" type="presParOf" srcId="{71B8203E-A672-40C8-A1EA-244896BEC0A1}" destId="{BED2647E-33D9-48E1-B570-8C640E730728}" srcOrd="5" destOrd="0" presId="urn:microsoft.com/office/officeart/2005/8/layout/default"/>
    <dgm:cxn modelId="{31350B0E-7C6B-4FEB-9C31-43FAE74B9F0A}" type="presParOf" srcId="{71B8203E-A672-40C8-A1EA-244896BEC0A1}" destId="{7EA6CB07-8191-4E98-BF0B-848FB5682753}" srcOrd="6" destOrd="0" presId="urn:microsoft.com/office/officeart/2005/8/layout/default"/>
    <dgm:cxn modelId="{358FDE69-F7EB-4762-99AC-35A077AA072A}" type="presParOf" srcId="{71B8203E-A672-40C8-A1EA-244896BEC0A1}" destId="{1FA189E5-32DC-4DAF-819B-30EC78CA3CEC}" srcOrd="7" destOrd="0" presId="urn:microsoft.com/office/officeart/2005/8/layout/default"/>
    <dgm:cxn modelId="{8946C19E-C269-4DB7-B874-B9D3021D10E0}" type="presParOf" srcId="{71B8203E-A672-40C8-A1EA-244896BEC0A1}" destId="{CA61761E-D33B-4241-8EDF-12CC95CDBDE1}" srcOrd="8" destOrd="0" presId="urn:microsoft.com/office/officeart/2005/8/layout/default"/>
    <dgm:cxn modelId="{B04E3FA2-37FD-4C4D-90AE-55D2C28E0C6D}" type="presParOf" srcId="{71B8203E-A672-40C8-A1EA-244896BEC0A1}" destId="{1B7A7440-893C-41A0-95A6-A504CE3B715D}" srcOrd="9" destOrd="0" presId="urn:microsoft.com/office/officeart/2005/8/layout/default"/>
    <dgm:cxn modelId="{23A21530-F17A-4532-B84F-C7C37619CCA7}" type="presParOf" srcId="{71B8203E-A672-40C8-A1EA-244896BEC0A1}" destId="{EEC4D6A3-079F-41EA-B052-AAD4C3FE993A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93B376-B684-4323-900C-33FEEF62E405}">
      <dsp:nvSpPr>
        <dsp:cNvPr id="0" name=""/>
        <dsp:cNvSpPr/>
      </dsp:nvSpPr>
      <dsp:spPr>
        <a:xfrm>
          <a:off x="0" y="573683"/>
          <a:ext cx="2464593" cy="147875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Support fundraising efforts and manage donations efficiently</a:t>
          </a:r>
        </a:p>
      </dsp:txBody>
      <dsp:txXfrm>
        <a:off x="0" y="573683"/>
        <a:ext cx="2464593" cy="1478756"/>
      </dsp:txXfrm>
    </dsp:sp>
    <dsp:sp modelId="{6A5F2E4B-F856-4721-8C61-882DF8B17B97}">
      <dsp:nvSpPr>
        <dsp:cNvPr id="0" name=""/>
        <dsp:cNvSpPr/>
      </dsp:nvSpPr>
      <dsp:spPr>
        <a:xfrm>
          <a:off x="2711053" y="573683"/>
          <a:ext cx="2464593" cy="147875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Track donors and their affiliations (alumni, parents, staff, etc.)</a:t>
          </a:r>
        </a:p>
      </dsp:txBody>
      <dsp:txXfrm>
        <a:off x="2711053" y="573683"/>
        <a:ext cx="2464593" cy="1478756"/>
      </dsp:txXfrm>
    </dsp:sp>
    <dsp:sp modelId="{34B4327F-2D19-4A8F-BA1A-94BDE01FC9DC}">
      <dsp:nvSpPr>
        <dsp:cNvPr id="0" name=""/>
        <dsp:cNvSpPr/>
      </dsp:nvSpPr>
      <dsp:spPr>
        <a:xfrm>
          <a:off x="5422106" y="573683"/>
          <a:ext cx="2464593" cy="147875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Record pledges, payments, and installment schedules</a:t>
          </a:r>
        </a:p>
      </dsp:txBody>
      <dsp:txXfrm>
        <a:off x="5422106" y="573683"/>
        <a:ext cx="2464593" cy="1478756"/>
      </dsp:txXfrm>
    </dsp:sp>
    <dsp:sp modelId="{7EA6CB07-8191-4E98-BF0B-848FB5682753}">
      <dsp:nvSpPr>
        <dsp:cNvPr id="0" name=""/>
        <dsp:cNvSpPr/>
      </dsp:nvSpPr>
      <dsp:spPr>
        <a:xfrm>
          <a:off x="0" y="2298898"/>
          <a:ext cx="2464593" cy="147875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Personalize communication (letters, reminders)</a:t>
          </a:r>
        </a:p>
      </dsp:txBody>
      <dsp:txXfrm>
        <a:off x="0" y="2298898"/>
        <a:ext cx="2464593" cy="1478756"/>
      </dsp:txXfrm>
    </dsp:sp>
    <dsp:sp modelId="{CA61761E-D33B-4241-8EDF-12CC95CDBDE1}">
      <dsp:nvSpPr>
        <dsp:cNvPr id="0" name=""/>
        <dsp:cNvSpPr/>
      </dsp:nvSpPr>
      <dsp:spPr>
        <a:xfrm>
          <a:off x="2711053" y="2298898"/>
          <a:ext cx="2464593" cy="147875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Monitor donor categories and “donor circles”</a:t>
          </a:r>
        </a:p>
      </dsp:txBody>
      <dsp:txXfrm>
        <a:off x="2711053" y="2298898"/>
        <a:ext cx="2464593" cy="1478756"/>
      </dsp:txXfrm>
    </dsp:sp>
    <dsp:sp modelId="{EEC4D6A3-079F-41EA-B052-AAD4C3FE993A}">
      <dsp:nvSpPr>
        <dsp:cNvPr id="0" name=""/>
        <dsp:cNvSpPr/>
      </dsp:nvSpPr>
      <dsp:spPr>
        <a:xfrm>
          <a:off x="5422106" y="2298898"/>
          <a:ext cx="2464593" cy="147875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Calibri"/>
            </a:rPr>
            <a:t>Generate reports for planning and annual summary</a:t>
          </a:r>
          <a:endParaRPr lang="en-US" sz="2200" kern="1200"/>
        </a:p>
      </dsp:txBody>
      <dsp:txXfrm>
        <a:off x="5422106" y="2298898"/>
        <a:ext cx="2464593" cy="14787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36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019" y="1030406"/>
            <a:ext cx="6110785" cy="3081242"/>
          </a:xfrm>
        </p:spPr>
        <p:txBody>
          <a:bodyPr anchor="ctr">
            <a:norm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 sz="4200">
                <a:solidFill>
                  <a:srgbClr val="FFFFFF"/>
                </a:solidFill>
                <a:latin typeface="Baskerville Old Face"/>
                <a:cs typeface="Big Caslon Medium" panose="02000603090000020003" pitchFamily="2" charset="-79"/>
              </a:rPr>
              <a:t>Alpha University Fundraising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0925" y="4966974"/>
            <a:ext cx="6808971" cy="8606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b="1" u="sng">
                <a:solidFill>
                  <a:srgbClr val="FFFFFF"/>
                </a:solidFill>
                <a:latin typeface="Baskerville Old Face"/>
                <a:cs typeface="BIG CASLON MEDIUM" panose="02000603090000020003" pitchFamily="2" charset="-79"/>
              </a:rPr>
              <a:t>Group 7</a:t>
            </a:r>
            <a:r>
              <a:rPr lang="en-US" sz="2700">
                <a:solidFill>
                  <a:srgbClr val="FFFFFF"/>
                </a:solidFill>
                <a:latin typeface="Baskerville Old Face"/>
                <a:cs typeface="Big Caslon Medium" panose="02000603090000020003" pitchFamily="2" charset="-79"/>
              </a:rPr>
              <a:t>: Diana Cesar, Ashley Mikel, &amp; Cameren Sudduth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536F84-6185-ED0B-72A5-049EEFB75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 b="1">
                <a:solidFill>
                  <a:schemeClr val="tx2"/>
                </a:solidFill>
                <a:latin typeface="Baskerville Old Face"/>
                <a:ea typeface="Calibri"/>
                <a:cs typeface="Calibri"/>
              </a:rPr>
              <a:t>Alpha University Fundraising Objectives</a:t>
            </a:r>
            <a:endParaRPr lang="en-US" sz="3800" b="1">
              <a:solidFill>
                <a:schemeClr val="tx2"/>
              </a:solidFill>
              <a:latin typeface="Baskerville Old Face"/>
            </a:endParaRP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83BC2A1A-6891-98A0-2AA8-3D2DCDEE4B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530851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8455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>
                <a:latin typeface="Baskerville Old Face"/>
                <a:cs typeface="Big Caslon Medium" panose="02000603090000020003" pitchFamily="2" charset="-79"/>
              </a:rPr>
              <a:t>Why a Database Is Needed</a:t>
            </a:r>
          </a:p>
        </p:txBody>
      </p:sp>
      <p:pic>
        <p:nvPicPr>
          <p:cNvPr id="30" name="Picture 29" descr="A blue and white rectangular banners with white text&#10;&#10;AI-generated content may be incorrect.">
            <a:extLst>
              <a:ext uri="{FF2B5EF4-FFF2-40B4-BE49-F238E27FC236}">
                <a16:creationId xmlns:a16="http://schemas.microsoft.com/office/drawing/2014/main" id="{8A56E923-6E9B-C6A8-146F-45B71AD20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83" y="1518881"/>
            <a:ext cx="8486775" cy="4686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2561"/>
            <a:ext cx="8229600" cy="1143000"/>
          </a:xfrm>
        </p:spPr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>
                <a:latin typeface="Baskerville Old Face"/>
                <a:cs typeface="Big Caslon Medium"/>
              </a:rPr>
              <a:t> Alpha Raises Funds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defRPr sz="2000"/>
            </a:pPr>
            <a:r>
              <a:rPr lang="en-US" sz="2800">
                <a:latin typeface="Baskerville Old Face"/>
                <a:cs typeface="Big Caslon Medium"/>
              </a:rPr>
              <a:t>Personalized letters and online forms </a:t>
            </a:r>
          </a:p>
          <a:p>
            <a:pPr>
              <a:defRPr sz="2000"/>
            </a:pPr>
            <a:r>
              <a:rPr lang="en-US" sz="2800">
                <a:latin typeface="Baskerville Old Face"/>
                <a:cs typeface="Big Caslon Medium"/>
              </a:rPr>
              <a:t>Fundraising Events (carnival, dinner, golf outing, etc.)</a:t>
            </a:r>
            <a:endParaRPr lang="en-US" sz="2800">
              <a:latin typeface="Baskerville Old Face"/>
              <a:cs typeface="Big Caslon Medium" panose="02000603090000020003" pitchFamily="2" charset="-79"/>
            </a:endParaRPr>
          </a:p>
          <a:p>
            <a:pPr>
              <a:defRPr sz="2000"/>
            </a:pPr>
            <a:r>
              <a:rPr lang="en-US" sz="2800">
                <a:latin typeface="Baskerville Old Face"/>
                <a:cs typeface="Big Caslon Medium"/>
              </a:rPr>
              <a:t>Phonathon</a:t>
            </a:r>
          </a:p>
        </p:txBody>
      </p:sp>
      <p:pic>
        <p:nvPicPr>
          <p:cNvPr id="43" name="Picture 42" descr="A blue sign with white text&#10;&#10;AI-generated content may be incorrect.">
            <a:extLst>
              <a:ext uri="{FF2B5EF4-FFF2-40B4-BE49-F238E27FC236}">
                <a16:creationId xmlns:a16="http://schemas.microsoft.com/office/drawing/2014/main" id="{24FE6FA1-C3A3-D11F-B24F-DE64C8539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26" y="3865345"/>
            <a:ext cx="8499489" cy="17557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 sz="3850">
                <a:latin typeface="Baskerville Old Face"/>
                <a:cs typeface="Big Caslon Medium"/>
              </a:rPr>
              <a:t>Information Tracked</a:t>
            </a:r>
            <a:endParaRPr lang="en-US" sz="3850">
              <a:latin typeface="Baskerville Old Face"/>
              <a:cs typeface="Big Caslon Medium" panose="020006030900000200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2000"/>
            </a:pPr>
            <a:r>
              <a:rPr lang="en-US" sz="2100">
                <a:latin typeface="Baskerville Old Face"/>
                <a:cs typeface="Big Caslon Medium"/>
              </a:rPr>
              <a:t>Donor forms: name, address, affiliation, class year</a:t>
            </a:r>
          </a:p>
          <a:p>
            <a:pPr>
              <a:defRPr sz="2000"/>
            </a:pPr>
            <a:r>
              <a:rPr lang="en-US" sz="2100">
                <a:latin typeface="Baskerville Old Face"/>
                <a:cs typeface="Big Caslon Medium"/>
              </a:rPr>
              <a:t>Pledge/Payment details: pledged, received, due date</a:t>
            </a:r>
          </a:p>
          <a:p>
            <a:pPr>
              <a:defRPr sz="2000"/>
            </a:pPr>
            <a:r>
              <a:rPr lang="en-US" sz="2100">
                <a:latin typeface="Baskerville Old Face"/>
                <a:cs typeface="Big Caslon Medium"/>
              </a:rPr>
              <a:t>Graduating Seniors List</a:t>
            </a:r>
          </a:p>
          <a:p>
            <a:pPr>
              <a:defRPr sz="2000"/>
            </a:pPr>
            <a:r>
              <a:rPr lang="en-US" sz="2100">
                <a:latin typeface="Baskerville Old Face"/>
                <a:cs typeface="Big Caslon Medium"/>
              </a:rPr>
              <a:t>Parents, Faculty, Staff Lists</a:t>
            </a:r>
          </a:p>
          <a:p>
            <a:pPr>
              <a:defRPr sz="2000"/>
            </a:pPr>
            <a:r>
              <a:rPr lang="en-US" sz="2100">
                <a:latin typeface="Baskerville Old Face"/>
                <a:cs typeface="Big Caslon Medium"/>
              </a:rPr>
              <a:t>Event &amp; Matching Gift Lists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Dollar">
            <a:extLst>
              <a:ext uri="{FF2B5EF4-FFF2-40B4-BE49-F238E27FC236}">
                <a16:creationId xmlns:a16="http://schemas.microsoft.com/office/drawing/2014/main" id="{5762A457-6E34-EA9C-2E00-1FDAE8EFA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A497AC-1C11-16FC-0432-77D05D789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" y="457200"/>
            <a:ext cx="5824727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907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88AF73-82D8-8C76-E2F2-342141627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705642"/>
            <a:ext cx="8458200" cy="344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630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F8FF6E-267E-C919-2594-31EF7E032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874806"/>
            <a:ext cx="8458200" cy="310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07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F0AF9F-D759-9C7D-2EFF-CC6AC114D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012251"/>
            <a:ext cx="8458200" cy="283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23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F72D6A-4D9B-8B28-7023-3633BCB62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765" y="1007840"/>
            <a:ext cx="6326470" cy="484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953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close-up of a number&#10;&#10;AI-generated content may be incorrect.">
            <a:extLst>
              <a:ext uri="{FF2B5EF4-FFF2-40B4-BE49-F238E27FC236}">
                <a16:creationId xmlns:a16="http://schemas.microsoft.com/office/drawing/2014/main" id="{2890493B-2251-8FD6-184B-98DCAEE92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705642"/>
            <a:ext cx="8458200" cy="344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352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2433EF-6E0A-BF97-3583-0AD10E506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747933"/>
            <a:ext cx="8458200" cy="336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668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 b="1">
                <a:solidFill>
                  <a:srgbClr val="003366"/>
                </a:solidFill>
              </a:defRPr>
            </a:pPr>
            <a:r>
              <a:rPr lang="en-US" sz="3500">
                <a:solidFill>
                  <a:srgbClr val="FFFFFF"/>
                </a:solidFill>
                <a:latin typeface="Baskerville Old Face"/>
                <a:cs typeface="Big Caslon Medium"/>
              </a:rPr>
              <a:t>Reports Generated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2000"/>
            </a:pPr>
            <a:r>
              <a:rPr lang="en-US" sz="2400">
                <a:latin typeface="Baskerville Old Face"/>
                <a:cs typeface="Big Caslon Medium"/>
              </a:rPr>
              <a:t>Annual Report: donors by category/circle</a:t>
            </a:r>
          </a:p>
          <a:p>
            <a:pPr>
              <a:defRPr sz="2000"/>
            </a:pPr>
            <a:r>
              <a:rPr lang="en-US" sz="2400">
                <a:latin typeface="Baskerville Old Face"/>
                <a:cs typeface="Big Caslon Medium"/>
              </a:rPr>
              <a:t>Monthly Report: pledges, gifts, % breakdown</a:t>
            </a:r>
          </a:p>
          <a:p>
            <a:pPr>
              <a:defRPr sz="2000"/>
            </a:pPr>
            <a:r>
              <a:rPr lang="en-US" sz="2400">
                <a:latin typeface="Baskerville Old Face"/>
                <a:cs typeface="Big Caslon Medium"/>
              </a:rPr>
              <a:t>Payments Due Report: overdue installments</a:t>
            </a:r>
          </a:p>
          <a:p>
            <a:pPr>
              <a:defRPr sz="2000"/>
            </a:pPr>
            <a:r>
              <a:rPr lang="en-US" sz="2400">
                <a:latin typeface="Baskerville Old Face"/>
                <a:cs typeface="Big Caslon Medium"/>
              </a:rPr>
              <a:t>Event Report: track event success</a:t>
            </a:r>
          </a:p>
          <a:p>
            <a:pPr>
              <a:defRPr sz="2000"/>
            </a:pPr>
            <a:r>
              <a:rPr lang="en-US" sz="2400">
                <a:latin typeface="Baskerville Old Face"/>
                <a:cs typeface="Big Caslon Medium"/>
              </a:rPr>
              <a:t>Class Representative Contact List: contact classmates</a:t>
            </a:r>
          </a:p>
          <a:p>
            <a:pPr>
              <a:defRPr sz="2000"/>
            </a:pPr>
            <a:r>
              <a:rPr lang="en-US" sz="2400">
                <a:latin typeface="Baskerville Old Face"/>
                <a:cs typeface="Big Caslon Medium"/>
              </a:rPr>
              <a:t>Phonathon Volunteer Contact List: track donors from phonathon</a:t>
            </a:r>
          </a:p>
          <a:p>
            <a:pPr>
              <a:defRPr sz="2000"/>
            </a:pPr>
            <a:endParaRPr lang="en-US" sz="1700">
              <a:latin typeface="Baskerville Old Face"/>
              <a:cs typeface="Big Caslon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report&#10;&#10;AI-generated content may be incorrect.">
            <a:extLst>
              <a:ext uri="{FF2B5EF4-FFF2-40B4-BE49-F238E27FC236}">
                <a16:creationId xmlns:a16="http://schemas.microsoft.com/office/drawing/2014/main" id="{F060F86F-8BFA-173C-66CA-744249A28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259" y="457200"/>
            <a:ext cx="500748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177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3FF9C8-72F2-A57C-A031-EEDC7A907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374" y="457200"/>
            <a:ext cx="545325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078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2094DF-2B6E-6F92-CACE-4164E06A3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684496"/>
            <a:ext cx="8458200" cy="348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33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close-up of a document&#10;&#10;AI-generated content may be incorrect.">
            <a:extLst>
              <a:ext uri="{FF2B5EF4-FFF2-40B4-BE49-F238E27FC236}">
                <a16:creationId xmlns:a16="http://schemas.microsoft.com/office/drawing/2014/main" id="{4132C4D3-487E-BBDA-4757-D9671EC1E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885378"/>
            <a:ext cx="8458200" cy="308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888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A608F4-59B5-B258-C34F-1508710E3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684496"/>
            <a:ext cx="8458200" cy="348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1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1E2D12-5222-373F-9B57-2B9655D78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695069"/>
            <a:ext cx="8458200" cy="346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898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 b="1">
                <a:solidFill>
                  <a:srgbClr val="003366"/>
                </a:solidFill>
              </a:defRPr>
            </a:pPr>
            <a:r>
              <a:rPr lang="en-US" sz="3200">
                <a:solidFill>
                  <a:srgbClr val="FFFFFF"/>
                </a:solidFill>
                <a:latin typeface="Baskerville Old Face"/>
              </a:rPr>
              <a:t>Database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2000"/>
            </a:pPr>
            <a:r>
              <a:rPr lang="en-US" sz="2800">
                <a:latin typeface="Baskerville Old Face"/>
              </a:rPr>
              <a:t>Find donor history</a:t>
            </a:r>
          </a:p>
          <a:p>
            <a:pPr>
              <a:defRPr sz="2000"/>
            </a:pPr>
            <a:r>
              <a:rPr lang="en-US" sz="2800">
                <a:latin typeface="Baskerville Old Face"/>
              </a:rPr>
              <a:t>List overdue payments</a:t>
            </a:r>
          </a:p>
          <a:p>
            <a:pPr>
              <a:defRPr sz="2000"/>
            </a:pPr>
            <a:r>
              <a:rPr lang="en-US" sz="2800">
                <a:latin typeface="Baskerville Old Face"/>
              </a:rPr>
              <a:t>View event participation</a:t>
            </a:r>
          </a:p>
          <a:p>
            <a:pPr>
              <a:defRPr sz="2000"/>
            </a:pPr>
            <a:r>
              <a:rPr lang="en-US" sz="2800">
                <a:latin typeface="Baskerville Old Face"/>
              </a:rPr>
              <a:t>Generate class/phonathon contact lists</a:t>
            </a:r>
          </a:p>
          <a:p>
            <a:pPr>
              <a:defRPr sz="2000"/>
            </a:pPr>
            <a:r>
              <a:rPr lang="en-US" sz="2800">
                <a:latin typeface="Baskerville Old Face"/>
              </a:rPr>
              <a:t>Find matching gifts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ack and white document with numbers and text&#10;&#10;AI-generated content may be incorrect.">
            <a:extLst>
              <a:ext uri="{FF2B5EF4-FFF2-40B4-BE49-F238E27FC236}">
                <a16:creationId xmlns:a16="http://schemas.microsoft.com/office/drawing/2014/main" id="{59D8C824-D278-34B2-3EF8-DF465A92E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307" y="291867"/>
            <a:ext cx="673495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3790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3956" y="1859602"/>
            <a:ext cx="3308229" cy="2396359"/>
          </a:xfrm>
        </p:spPr>
        <p:txBody>
          <a:bodyPr anchor="b">
            <a:norm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 sz="3200">
                <a:solidFill>
                  <a:srgbClr val="FFFFFF"/>
                </a:solidFill>
                <a:latin typeface="Baskerville Old Face"/>
              </a:rPr>
              <a:t>Organizing the Data</a:t>
            </a:r>
            <a:br>
              <a:rPr lang="en-US" sz="3200">
                <a:solidFill>
                  <a:srgbClr val="FFFFFF"/>
                </a:solidFill>
                <a:latin typeface="Baskerville Old Face"/>
              </a:rPr>
            </a:br>
            <a:r>
              <a:rPr lang="en-US" sz="3200">
                <a:solidFill>
                  <a:srgbClr val="FFFFFF"/>
                </a:solidFill>
                <a:latin typeface="Baskerville Old Face"/>
              </a:rPr>
              <a:t>(Data Dictionary)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5C9A1235-BA5A-A4D8-11B2-E8ACDCCC9A69}"/>
              </a:ext>
            </a:extLst>
          </p:cNvPr>
          <p:cNvSpPr>
            <a:spLocks noGrp="1"/>
          </p:cNvSpPr>
          <p:nvPr/>
        </p:nvSpPr>
        <p:spPr>
          <a:xfrm>
            <a:off x="3391054" y="1535415"/>
            <a:ext cx="5564143" cy="45722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latin typeface="Baskerville Old Face"/>
                <a:ea typeface="Calibri"/>
                <a:cs typeface="Calibri"/>
              </a:rPr>
              <a:t>Defines each data item clearly</a:t>
            </a:r>
          </a:p>
          <a:p>
            <a:r>
              <a:rPr lang="en-US" sz="2800">
                <a:latin typeface="Baskerville Old Face"/>
                <a:ea typeface="Calibri"/>
                <a:cs typeface="Calibri"/>
              </a:rPr>
              <a:t>Examples:</a:t>
            </a:r>
            <a:endParaRPr lang="en-US" sz="2800">
              <a:latin typeface="Baskerville Old Face"/>
              <a:ea typeface="+mn-lt"/>
              <a:cs typeface="+mn-lt"/>
            </a:endParaRPr>
          </a:p>
          <a:p>
            <a:pPr lvl="1"/>
            <a:r>
              <a:rPr lang="en-US" err="1">
                <a:latin typeface="Baskerville Old Face"/>
                <a:ea typeface="+mn-lt"/>
                <a:cs typeface="+mn-lt"/>
              </a:rPr>
              <a:t>donorName</a:t>
            </a:r>
            <a:r>
              <a:rPr lang="en-US">
                <a:latin typeface="Baskerville Old Face"/>
                <a:ea typeface="+mn-lt"/>
                <a:cs typeface="+mn-lt"/>
              </a:rPr>
              <a:t>: Name of donor </a:t>
            </a:r>
          </a:p>
          <a:p>
            <a:pPr lvl="1"/>
            <a:r>
              <a:rPr lang="en-US" err="1">
                <a:latin typeface="Baskerville Old Face"/>
                <a:ea typeface="+mn-lt"/>
                <a:cs typeface="+mn-lt"/>
              </a:rPr>
              <a:t>amountPledged</a:t>
            </a:r>
            <a:r>
              <a:rPr lang="en-US">
                <a:latin typeface="Baskerville Old Face"/>
                <a:ea typeface="+mn-lt"/>
                <a:cs typeface="+mn-lt"/>
              </a:rPr>
              <a:t>: Total committed </a:t>
            </a:r>
          </a:p>
          <a:p>
            <a:pPr lvl="1"/>
            <a:r>
              <a:rPr lang="en-US" err="1">
                <a:latin typeface="Baskerville Old Face"/>
                <a:ea typeface="+mn-lt"/>
                <a:cs typeface="+mn-lt"/>
              </a:rPr>
              <a:t>circleName</a:t>
            </a:r>
            <a:r>
              <a:rPr lang="en-US">
                <a:latin typeface="Baskerville Old Face"/>
                <a:ea typeface="+mn-lt"/>
                <a:cs typeface="+mn-lt"/>
              </a:rPr>
              <a:t>: Donor circle </a:t>
            </a:r>
            <a:endParaRPr lang="en-US">
              <a:latin typeface="Baskerville Old Face"/>
              <a:ea typeface="Calibri"/>
              <a:cs typeface="Calibri"/>
            </a:endParaRPr>
          </a:p>
          <a:p>
            <a:pPr lvl="1"/>
            <a:r>
              <a:rPr lang="en-US" err="1">
                <a:latin typeface="Baskerville Old Face"/>
                <a:ea typeface="+mn-lt"/>
                <a:cs typeface="+mn-lt"/>
              </a:rPr>
              <a:t>percentParticipation</a:t>
            </a:r>
            <a:r>
              <a:rPr lang="en-US">
                <a:latin typeface="Baskerville Old Face"/>
                <a:ea typeface="+mn-lt"/>
                <a:cs typeface="+mn-lt"/>
              </a:rPr>
              <a:t>: % of donors giving </a:t>
            </a:r>
            <a:endParaRPr lang="en-US">
              <a:latin typeface="Baskerville Old Face"/>
              <a:ea typeface="Calibri"/>
              <a:cs typeface="Calibri"/>
            </a:endParaRPr>
          </a:p>
          <a:p>
            <a:pPr>
              <a:buNone/>
            </a:pPr>
            <a:endParaRPr lang="en-US" sz="2800">
              <a:latin typeface="Baskerville Old Face"/>
            </a:endParaRPr>
          </a:p>
          <a:p>
            <a:pPr marL="0" indent="0">
              <a:buNone/>
            </a:pPr>
            <a:endParaRPr lang="en-US" sz="2800">
              <a:latin typeface="Baskerville Old Face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69D112-18F1-B853-617B-09790C2A4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208722"/>
            <a:ext cx="8458200" cy="444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0492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 b="1">
                <a:solidFill>
                  <a:srgbClr val="003366"/>
                </a:solidFill>
              </a:defRPr>
            </a:pPr>
            <a:r>
              <a:rPr lang="en-US" sz="3500">
                <a:solidFill>
                  <a:srgbClr val="FFFFFF"/>
                </a:solidFill>
                <a:latin typeface="Baskerville Old Face"/>
              </a:rPr>
              <a:t>Cross-Reference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2000"/>
            </a:pPr>
            <a:r>
              <a:rPr lang="en-US" sz="2800">
                <a:latin typeface="Baskerville Old Face"/>
              </a:rPr>
              <a:t>Links data items to forms, reports, transactions</a:t>
            </a:r>
          </a:p>
          <a:p>
            <a:pPr>
              <a:defRPr sz="2000"/>
            </a:pPr>
            <a:r>
              <a:rPr lang="en-US" sz="2800">
                <a:latin typeface="Baskerville Old Face"/>
              </a:rPr>
              <a:t>Ensures coverage &amp; consistency</a:t>
            </a:r>
          </a:p>
          <a:p>
            <a:pPr>
              <a:defRPr sz="2000"/>
            </a:pPr>
            <a:r>
              <a:rPr lang="en-US" sz="2800">
                <a:latin typeface="Baskerville Old Face"/>
              </a:rPr>
              <a:t>Example: address appears across donor form, parents form, phonathon form, etc.</a:t>
            </a:r>
          </a:p>
          <a:p>
            <a:pPr marL="0" indent="0">
              <a:buNone/>
              <a:defRPr sz="2000"/>
            </a:pPr>
            <a:endParaRPr lang="en-US" sz="1700">
              <a:latin typeface="Baskerville Old Fac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FA2B6B-C730-2A36-3056-A1E3925EB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007840"/>
            <a:ext cx="8458200" cy="484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007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 b="1">
                <a:solidFill>
                  <a:srgbClr val="003366"/>
                </a:solidFill>
              </a:defRPr>
            </a:pPr>
            <a:r>
              <a:rPr lang="en-US" sz="3500">
                <a:solidFill>
                  <a:srgbClr val="FFFFFF"/>
                </a:solidFill>
                <a:latin typeface="Baskerville Old Face"/>
              </a:rPr>
              <a:t>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2000"/>
            </a:pPr>
            <a:r>
              <a:rPr lang="en-US" sz="2800">
                <a:latin typeface="Baskerville Old Face"/>
              </a:rPr>
              <a:t>Clear milestones &amp; responsibilities</a:t>
            </a:r>
          </a:p>
          <a:p>
            <a:pPr>
              <a:defRPr sz="2000"/>
            </a:pPr>
            <a:r>
              <a:rPr lang="en-US" sz="2800">
                <a:latin typeface="Baskerville Old Face"/>
              </a:rPr>
              <a:t>Identify forms, reports, transactions</a:t>
            </a:r>
          </a:p>
          <a:p>
            <a:pPr>
              <a:defRPr sz="2000"/>
            </a:pPr>
            <a:r>
              <a:rPr lang="en-US" sz="2800">
                <a:latin typeface="Baskerville Old Face"/>
              </a:rPr>
              <a:t>ER &amp; EER models → relational database</a:t>
            </a:r>
          </a:p>
          <a:p>
            <a:pPr>
              <a:defRPr sz="2000"/>
            </a:pPr>
            <a:r>
              <a:rPr lang="en-US" sz="2800">
                <a:latin typeface="Baskerville Old Face"/>
              </a:rPr>
              <a:t>Normalization &amp; schema creation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46E406-9721-92A4-4886-27CB1A29E0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4" r="4442" b="-2"/>
          <a:stretch>
            <a:fillRect/>
          </a:stretch>
        </p:blipFill>
        <p:spPr>
          <a:xfrm>
            <a:off x="342900" y="342900"/>
            <a:ext cx="84582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85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2154" y="380651"/>
            <a:ext cx="4316172" cy="1667569"/>
          </a:xfrm>
        </p:spPr>
        <p:txBody>
          <a:bodyPr anchor="b">
            <a:norm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 sz="3500">
                <a:latin typeface="Baskerville Old Face"/>
              </a:rPr>
              <a:t>Transforming Fundraising with Data</a:t>
            </a:r>
          </a:p>
        </p:txBody>
      </p:sp>
      <p:pic>
        <p:nvPicPr>
          <p:cNvPr id="16" name="Graphic 15" descr="Database">
            <a:extLst>
              <a:ext uri="{FF2B5EF4-FFF2-40B4-BE49-F238E27FC236}">
                <a16:creationId xmlns:a16="http://schemas.microsoft.com/office/drawing/2014/main" id="{32C80FDC-AE55-BA8D-5DAF-6F3BF207A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149" y="1710109"/>
            <a:ext cx="2907124" cy="290712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2155" y="2504855"/>
            <a:ext cx="4810977" cy="330632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defRPr sz="2000"/>
            </a:pPr>
            <a:r>
              <a:rPr lang="en-US" sz="2200">
                <a:latin typeface="Baskerville Old Face"/>
              </a:rPr>
              <a:t>From manual chaos → Automated database system</a:t>
            </a:r>
          </a:p>
          <a:p>
            <a:pPr>
              <a:defRPr sz="2000"/>
            </a:pPr>
            <a:r>
              <a:rPr lang="en-US" sz="2200">
                <a:latin typeface="Baskerville Old Face"/>
              </a:rPr>
              <a:t>Benefits:</a:t>
            </a:r>
          </a:p>
          <a:p>
            <a:pPr marL="0" indent="0">
              <a:buNone/>
              <a:defRPr sz="2000"/>
            </a:pPr>
            <a:r>
              <a:rPr lang="en-US" sz="2200">
                <a:latin typeface="Baskerville Old Face"/>
              </a:rPr>
              <a:t>  - Better donor communication</a:t>
            </a:r>
          </a:p>
          <a:p>
            <a:pPr marL="0" indent="0">
              <a:buNone/>
              <a:defRPr sz="2000"/>
            </a:pPr>
            <a:r>
              <a:rPr lang="en-US" sz="2200">
                <a:latin typeface="Baskerville Old Face"/>
              </a:rPr>
              <a:t>  - Automated reporting  &amp;  tracking</a:t>
            </a:r>
          </a:p>
          <a:p>
            <a:pPr marL="0" indent="0">
              <a:buNone/>
              <a:defRPr sz="2000"/>
            </a:pPr>
            <a:r>
              <a:rPr lang="en-US" sz="2200">
                <a:latin typeface="Baskerville Old Face"/>
              </a:rPr>
              <a:t>  - Smarter fundraising strategy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Alpha University Fundraising System</vt:lpstr>
      <vt:lpstr>Alpha University Fundraising Objectives</vt:lpstr>
      <vt:lpstr>Why a Database Is Needed</vt:lpstr>
      <vt:lpstr> Alpha Raises Funds</vt:lpstr>
      <vt:lpstr>Information Tracked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Reports Generated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Database Transactions</vt:lpstr>
      <vt:lpstr>PowerPoint Presentation</vt:lpstr>
      <vt:lpstr>Organizing the Data (Data Dictionary)</vt:lpstr>
      <vt:lpstr>PowerPoint Presentation</vt:lpstr>
      <vt:lpstr>Cross-Reference Table</vt:lpstr>
      <vt:lpstr>PowerPoint Presentation</vt:lpstr>
      <vt:lpstr>Project Timeline</vt:lpstr>
      <vt:lpstr>PowerPoint Presentation</vt:lpstr>
      <vt:lpstr>Transforming Fundraising with Data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</cp:revision>
  <dcterms:created xsi:type="dcterms:W3CDTF">2013-01-27T09:14:16Z</dcterms:created>
  <dcterms:modified xsi:type="dcterms:W3CDTF">2025-10-02T15:49:56Z</dcterms:modified>
  <cp:category/>
</cp:coreProperties>
</file>