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E329A0-6B04-B1FF-7249-D3C928EB3BC7}" v="109" dt="2025-11-18T01:34:44.888"/>
    <p1510:client id="{72888966-87AF-11BE-F77D-7610DFED9D9B}" v="15" dt="2025-11-18T01:36:33.147"/>
    <p1510:client id="{84D3E8FB-C408-668C-0538-9ED1373F7C12}" v="348" dt="2025-11-18T01:14:02.5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sar, Diana R" userId="S::dcesarr@hc.edu::393a9398-a761-4704-b7b7-17dfa71b249b" providerId="AD" clId="Web-{42E329A0-6B04-B1FF-7249-D3C928EB3BC7}"/>
    <pc:docChg chg="addSld modSld">
      <pc:chgData name="Cesar, Diana R" userId="S::dcesarr@hc.edu::393a9398-a761-4704-b7b7-17dfa71b249b" providerId="AD" clId="Web-{42E329A0-6B04-B1FF-7249-D3C928EB3BC7}" dt="2025-11-18T01:34:44.888" v="92" actId="1076"/>
      <pc:docMkLst>
        <pc:docMk/>
      </pc:docMkLst>
      <pc:sldChg chg="addSp modSp">
        <pc:chgData name="Cesar, Diana R" userId="S::dcesarr@hc.edu::393a9398-a761-4704-b7b7-17dfa71b249b" providerId="AD" clId="Web-{42E329A0-6B04-B1FF-7249-D3C928EB3BC7}" dt="2025-11-18T01:16:13.078" v="26" actId="1076"/>
        <pc:sldMkLst>
          <pc:docMk/>
          <pc:sldMk cId="3476894155" sldId="259"/>
        </pc:sldMkLst>
        <pc:spChg chg="mod">
          <ac:chgData name="Cesar, Diana R" userId="S::dcesarr@hc.edu::393a9398-a761-4704-b7b7-17dfa71b249b" providerId="AD" clId="Web-{42E329A0-6B04-B1FF-7249-D3C928EB3BC7}" dt="2025-11-18T01:14:47.640" v="4" actId="20577"/>
          <ac:spMkLst>
            <pc:docMk/>
            <pc:sldMk cId="3476894155" sldId="259"/>
            <ac:spMk id="2" creationId="{46685297-A5D7-C845-08D4-FA0B46E12678}"/>
          </ac:spMkLst>
        </pc:spChg>
        <pc:spChg chg="add mod">
          <ac:chgData name="Cesar, Diana R" userId="S::dcesarr@hc.edu::393a9398-a761-4704-b7b7-17dfa71b249b" providerId="AD" clId="Web-{42E329A0-6B04-B1FF-7249-D3C928EB3BC7}" dt="2025-11-18T01:16:13.078" v="26" actId="1076"/>
          <ac:spMkLst>
            <pc:docMk/>
            <pc:sldMk cId="3476894155" sldId="259"/>
            <ac:spMk id="3" creationId="{D3D9312A-A71B-F8C7-33B4-6F8026D906EA}"/>
          </ac:spMkLst>
        </pc:spChg>
      </pc:sldChg>
      <pc:sldChg chg="addSp delSp modSp new">
        <pc:chgData name="Cesar, Diana R" userId="S::dcesarr@hc.edu::393a9398-a761-4704-b7b7-17dfa71b249b" providerId="AD" clId="Web-{42E329A0-6B04-B1FF-7249-D3C928EB3BC7}" dt="2025-11-18T01:21:00.189" v="52" actId="1076"/>
        <pc:sldMkLst>
          <pc:docMk/>
          <pc:sldMk cId="3154351060" sldId="260"/>
        </pc:sldMkLst>
        <pc:spChg chg="mod">
          <ac:chgData name="Cesar, Diana R" userId="S::dcesarr@hc.edu::393a9398-a761-4704-b7b7-17dfa71b249b" providerId="AD" clId="Web-{42E329A0-6B04-B1FF-7249-D3C928EB3BC7}" dt="2025-11-18T01:18:25.420" v="32" actId="20577"/>
          <ac:spMkLst>
            <pc:docMk/>
            <pc:sldMk cId="3154351060" sldId="260"/>
            <ac:spMk id="2" creationId="{5E186F46-0D4F-E42E-722F-F46D11A69AA4}"/>
          </ac:spMkLst>
        </pc:spChg>
        <pc:spChg chg="add mod">
          <ac:chgData name="Cesar, Diana R" userId="S::dcesarr@hc.edu::393a9398-a761-4704-b7b7-17dfa71b249b" providerId="AD" clId="Web-{42E329A0-6B04-B1FF-7249-D3C928EB3BC7}" dt="2025-11-18T01:20:10.471" v="47" actId="20577"/>
          <ac:spMkLst>
            <pc:docMk/>
            <pc:sldMk cId="3154351060" sldId="260"/>
            <ac:spMk id="5" creationId="{33F09E23-C806-69FE-9201-5EEF4CDA7DE8}"/>
          </ac:spMkLst>
        </pc:spChg>
        <pc:picChg chg="add mod">
          <ac:chgData name="Cesar, Diana R" userId="S::dcesarr@hc.edu::393a9398-a761-4704-b7b7-17dfa71b249b" providerId="AD" clId="Web-{42E329A0-6B04-B1FF-7249-D3C928EB3BC7}" dt="2025-11-18T01:20:18.815" v="48" actId="1076"/>
          <ac:picMkLst>
            <pc:docMk/>
            <pc:sldMk cId="3154351060" sldId="260"/>
            <ac:picMk id="3" creationId="{A948AC7E-5CD8-65A0-0ADC-7A9043BE5707}"/>
          </ac:picMkLst>
        </pc:picChg>
        <pc:picChg chg="add del mod">
          <ac:chgData name="Cesar, Diana R" userId="S::dcesarr@hc.edu::393a9398-a761-4704-b7b7-17dfa71b249b" providerId="AD" clId="Web-{42E329A0-6B04-B1FF-7249-D3C928EB3BC7}" dt="2025-11-18T01:20:27.877" v="50"/>
          <ac:picMkLst>
            <pc:docMk/>
            <pc:sldMk cId="3154351060" sldId="260"/>
            <ac:picMk id="6" creationId="{AB9A2BD6-133E-32EA-DA9D-0859D8CA9D1D}"/>
          </ac:picMkLst>
        </pc:picChg>
        <pc:picChg chg="add mod">
          <ac:chgData name="Cesar, Diana R" userId="S::dcesarr@hc.edu::393a9398-a761-4704-b7b7-17dfa71b249b" providerId="AD" clId="Web-{42E329A0-6B04-B1FF-7249-D3C928EB3BC7}" dt="2025-11-18T01:21:00.189" v="52" actId="1076"/>
          <ac:picMkLst>
            <pc:docMk/>
            <pc:sldMk cId="3154351060" sldId="260"/>
            <ac:picMk id="7" creationId="{FF65E1BF-1D88-E618-8A29-4E5566954997}"/>
          </ac:picMkLst>
        </pc:picChg>
      </pc:sldChg>
      <pc:sldChg chg="addSp delSp modSp add replId">
        <pc:chgData name="Cesar, Diana R" userId="S::dcesarr@hc.edu::393a9398-a761-4704-b7b7-17dfa71b249b" providerId="AD" clId="Web-{42E329A0-6B04-B1FF-7249-D3C928EB3BC7}" dt="2025-11-18T01:27:08.500" v="67" actId="1076"/>
        <pc:sldMkLst>
          <pc:docMk/>
          <pc:sldMk cId="1085094935" sldId="261"/>
        </pc:sldMkLst>
        <pc:spChg chg="mod">
          <ac:chgData name="Cesar, Diana R" userId="S::dcesarr@hc.edu::393a9398-a761-4704-b7b7-17dfa71b249b" providerId="AD" clId="Web-{42E329A0-6B04-B1FF-7249-D3C928EB3BC7}" dt="2025-11-18T01:26:25.859" v="60" actId="20577"/>
          <ac:spMkLst>
            <pc:docMk/>
            <pc:sldMk cId="1085094935" sldId="261"/>
            <ac:spMk id="5" creationId="{71E76A61-0621-FB72-D2CD-8895E4C36882}"/>
          </ac:spMkLst>
        </pc:spChg>
        <pc:picChg chg="del">
          <ac:chgData name="Cesar, Diana R" userId="S::dcesarr@hc.edu::393a9398-a761-4704-b7b7-17dfa71b249b" providerId="AD" clId="Web-{42E329A0-6B04-B1FF-7249-D3C928EB3BC7}" dt="2025-11-18T01:26:43.078" v="61"/>
          <ac:picMkLst>
            <pc:docMk/>
            <pc:sldMk cId="1085094935" sldId="261"/>
            <ac:picMk id="3" creationId="{0CD85001-E95E-3D7B-1E32-16460F4045BC}"/>
          </ac:picMkLst>
        </pc:picChg>
        <pc:picChg chg="add mod">
          <ac:chgData name="Cesar, Diana R" userId="S::dcesarr@hc.edu::393a9398-a761-4704-b7b7-17dfa71b249b" providerId="AD" clId="Web-{42E329A0-6B04-B1FF-7249-D3C928EB3BC7}" dt="2025-11-18T01:27:08.500" v="67" actId="1076"/>
          <ac:picMkLst>
            <pc:docMk/>
            <pc:sldMk cId="1085094935" sldId="261"/>
            <ac:picMk id="4" creationId="{0CB51D2A-622E-EE77-3B06-ABE19F894D02}"/>
          </ac:picMkLst>
        </pc:picChg>
        <pc:picChg chg="add mod">
          <ac:chgData name="Cesar, Diana R" userId="S::dcesarr@hc.edu::393a9398-a761-4704-b7b7-17dfa71b249b" providerId="AD" clId="Web-{42E329A0-6B04-B1FF-7249-D3C928EB3BC7}" dt="2025-11-18T01:27:02.265" v="66" actId="1076"/>
          <ac:picMkLst>
            <pc:docMk/>
            <pc:sldMk cId="1085094935" sldId="261"/>
            <ac:picMk id="6" creationId="{23BF5738-84D2-301E-6770-992FBF61958D}"/>
          </ac:picMkLst>
        </pc:picChg>
        <pc:picChg chg="del">
          <ac:chgData name="Cesar, Diana R" userId="S::dcesarr@hc.edu::393a9398-a761-4704-b7b7-17dfa71b249b" providerId="AD" clId="Web-{42E329A0-6B04-B1FF-7249-D3C928EB3BC7}" dt="2025-11-18T01:26:05.328" v="55"/>
          <ac:picMkLst>
            <pc:docMk/>
            <pc:sldMk cId="1085094935" sldId="261"/>
            <ac:picMk id="7" creationId="{514F1924-FE61-708D-47B4-61AD9B10A09D}"/>
          </ac:picMkLst>
        </pc:picChg>
      </pc:sldChg>
      <pc:sldChg chg="addSp delSp modSp add replId">
        <pc:chgData name="Cesar, Diana R" userId="S::dcesarr@hc.edu::393a9398-a761-4704-b7b7-17dfa71b249b" providerId="AD" clId="Web-{42E329A0-6B04-B1FF-7249-D3C928EB3BC7}" dt="2025-11-18T01:28:43.765" v="75" actId="1076"/>
        <pc:sldMkLst>
          <pc:docMk/>
          <pc:sldMk cId="520257975" sldId="262"/>
        </pc:sldMkLst>
        <pc:spChg chg="mod">
          <ac:chgData name="Cesar, Diana R" userId="S::dcesarr@hc.edu::393a9398-a761-4704-b7b7-17dfa71b249b" providerId="AD" clId="Web-{42E329A0-6B04-B1FF-7249-D3C928EB3BC7}" dt="2025-11-18T01:28:19.249" v="72" actId="20577"/>
          <ac:spMkLst>
            <pc:docMk/>
            <pc:sldMk cId="520257975" sldId="262"/>
            <ac:spMk id="5" creationId="{E0C84697-91B4-7B31-418F-C7ABCE4CD783}"/>
          </ac:spMkLst>
        </pc:spChg>
        <pc:picChg chg="add mod">
          <ac:chgData name="Cesar, Diana R" userId="S::dcesarr@hc.edu::393a9398-a761-4704-b7b7-17dfa71b249b" providerId="AD" clId="Web-{42E329A0-6B04-B1FF-7249-D3C928EB3BC7}" dt="2025-11-18T01:28:06.203" v="71" actId="1076"/>
          <ac:picMkLst>
            <pc:docMk/>
            <pc:sldMk cId="520257975" sldId="262"/>
            <ac:picMk id="3" creationId="{59A90360-45AE-0C3D-DAF2-1239AA98922D}"/>
          </ac:picMkLst>
        </pc:picChg>
        <pc:picChg chg="del">
          <ac:chgData name="Cesar, Diana R" userId="S::dcesarr@hc.edu::393a9398-a761-4704-b7b7-17dfa71b249b" providerId="AD" clId="Web-{42E329A0-6B04-B1FF-7249-D3C928EB3BC7}" dt="2025-11-18T01:28:01.203" v="69"/>
          <ac:picMkLst>
            <pc:docMk/>
            <pc:sldMk cId="520257975" sldId="262"/>
            <ac:picMk id="4" creationId="{01148C91-75D2-B5CB-D3EE-368B744F1B03}"/>
          </ac:picMkLst>
        </pc:picChg>
        <pc:picChg chg="del">
          <ac:chgData name="Cesar, Diana R" userId="S::dcesarr@hc.edu::393a9398-a761-4704-b7b7-17dfa71b249b" providerId="AD" clId="Web-{42E329A0-6B04-B1FF-7249-D3C928EB3BC7}" dt="2025-11-18T01:28:21.921" v="73"/>
          <ac:picMkLst>
            <pc:docMk/>
            <pc:sldMk cId="520257975" sldId="262"/>
            <ac:picMk id="6" creationId="{1C4C17A3-A7A0-746B-909D-85ABA55C7E90}"/>
          </ac:picMkLst>
        </pc:picChg>
        <pc:picChg chg="add mod">
          <ac:chgData name="Cesar, Diana R" userId="S::dcesarr@hc.edu::393a9398-a761-4704-b7b7-17dfa71b249b" providerId="AD" clId="Web-{42E329A0-6B04-B1FF-7249-D3C928EB3BC7}" dt="2025-11-18T01:28:43.765" v="75" actId="1076"/>
          <ac:picMkLst>
            <pc:docMk/>
            <pc:sldMk cId="520257975" sldId="262"/>
            <ac:picMk id="7" creationId="{554CC605-D4FB-83BC-5EC5-CDC89608212F}"/>
          </ac:picMkLst>
        </pc:picChg>
      </pc:sldChg>
      <pc:sldChg chg="addSp delSp modSp add replId">
        <pc:chgData name="Cesar, Diana R" userId="S::dcesarr@hc.edu::393a9398-a761-4704-b7b7-17dfa71b249b" providerId="AD" clId="Web-{42E329A0-6B04-B1FF-7249-D3C928EB3BC7}" dt="2025-11-18T01:32:32.733" v="84" actId="20577"/>
        <pc:sldMkLst>
          <pc:docMk/>
          <pc:sldMk cId="3194738048" sldId="263"/>
        </pc:sldMkLst>
        <pc:spChg chg="mod">
          <ac:chgData name="Cesar, Diana R" userId="S::dcesarr@hc.edu::393a9398-a761-4704-b7b7-17dfa71b249b" providerId="AD" clId="Web-{42E329A0-6B04-B1FF-7249-D3C928EB3BC7}" dt="2025-11-18T01:32:32.733" v="84" actId="20577"/>
          <ac:spMkLst>
            <pc:docMk/>
            <pc:sldMk cId="3194738048" sldId="263"/>
            <ac:spMk id="5" creationId="{D90AAE5F-0A97-E182-BB00-9DF62C2A411D}"/>
          </ac:spMkLst>
        </pc:spChg>
        <pc:picChg chg="del">
          <ac:chgData name="Cesar, Diana R" userId="S::dcesarr@hc.edu::393a9398-a761-4704-b7b7-17dfa71b249b" providerId="AD" clId="Web-{42E329A0-6B04-B1FF-7249-D3C928EB3BC7}" dt="2025-11-18T01:31:35.155" v="77"/>
          <ac:picMkLst>
            <pc:docMk/>
            <pc:sldMk cId="3194738048" sldId="263"/>
            <ac:picMk id="3" creationId="{2C8A811F-59D3-24CE-FBDA-BF83B85B1B97}"/>
          </ac:picMkLst>
        </pc:picChg>
        <pc:picChg chg="add mod">
          <ac:chgData name="Cesar, Diana R" userId="S::dcesarr@hc.edu::393a9398-a761-4704-b7b7-17dfa71b249b" providerId="AD" clId="Web-{42E329A0-6B04-B1FF-7249-D3C928EB3BC7}" dt="2025-11-18T01:31:39.155" v="79" actId="1076"/>
          <ac:picMkLst>
            <pc:docMk/>
            <pc:sldMk cId="3194738048" sldId="263"/>
            <ac:picMk id="4" creationId="{5A83308E-5DFD-55A4-18B7-D5BF25D8BD97}"/>
          </ac:picMkLst>
        </pc:picChg>
        <pc:picChg chg="add mod">
          <ac:chgData name="Cesar, Diana R" userId="S::dcesarr@hc.edu::393a9398-a761-4704-b7b7-17dfa71b249b" providerId="AD" clId="Web-{42E329A0-6B04-B1FF-7249-D3C928EB3BC7}" dt="2025-11-18T01:32:08.218" v="82" actId="1076"/>
          <ac:picMkLst>
            <pc:docMk/>
            <pc:sldMk cId="3194738048" sldId="263"/>
            <ac:picMk id="6" creationId="{E67E6DE3-DF1C-5BCC-0F0A-E1E6E78EC007}"/>
          </ac:picMkLst>
        </pc:picChg>
        <pc:picChg chg="del">
          <ac:chgData name="Cesar, Diana R" userId="S::dcesarr@hc.edu::393a9398-a761-4704-b7b7-17dfa71b249b" providerId="AD" clId="Web-{42E329A0-6B04-B1FF-7249-D3C928EB3BC7}" dt="2025-11-18T01:32:03.999" v="80"/>
          <ac:picMkLst>
            <pc:docMk/>
            <pc:sldMk cId="3194738048" sldId="263"/>
            <ac:picMk id="7" creationId="{EC855C99-BF1D-CAB0-0A85-53800F39EFDB}"/>
          </ac:picMkLst>
        </pc:picChg>
      </pc:sldChg>
      <pc:sldChg chg="addSp delSp modSp add replId">
        <pc:chgData name="Cesar, Diana R" userId="S::dcesarr@hc.edu::393a9398-a761-4704-b7b7-17dfa71b249b" providerId="AD" clId="Web-{42E329A0-6B04-B1FF-7249-D3C928EB3BC7}" dt="2025-11-18T01:34:44.888" v="92" actId="1076"/>
        <pc:sldMkLst>
          <pc:docMk/>
          <pc:sldMk cId="3713877001" sldId="264"/>
        </pc:sldMkLst>
        <pc:spChg chg="mod">
          <ac:chgData name="Cesar, Diana R" userId="S::dcesarr@hc.edu::393a9398-a761-4704-b7b7-17dfa71b249b" providerId="AD" clId="Web-{42E329A0-6B04-B1FF-7249-D3C928EB3BC7}" dt="2025-11-18T01:34:05.404" v="88" actId="20577"/>
          <ac:spMkLst>
            <pc:docMk/>
            <pc:sldMk cId="3713877001" sldId="264"/>
            <ac:spMk id="5" creationId="{A48D28FC-D5C8-4577-7DB6-E20DE6393BBC}"/>
          </ac:spMkLst>
        </pc:spChg>
        <pc:picChg chg="add mod">
          <ac:chgData name="Cesar, Diana R" userId="S::dcesarr@hc.edu::393a9398-a761-4704-b7b7-17dfa71b249b" providerId="AD" clId="Web-{42E329A0-6B04-B1FF-7249-D3C928EB3BC7}" dt="2025-11-18T01:34:44.888" v="92" actId="1076"/>
          <ac:picMkLst>
            <pc:docMk/>
            <pc:sldMk cId="3713877001" sldId="264"/>
            <ac:picMk id="3" creationId="{A79218F4-D6B3-A58C-2377-FBF1946B3F57}"/>
          </ac:picMkLst>
        </pc:picChg>
        <pc:picChg chg="del">
          <ac:chgData name="Cesar, Diana R" userId="S::dcesarr@hc.edu::393a9398-a761-4704-b7b7-17dfa71b249b" providerId="AD" clId="Web-{42E329A0-6B04-B1FF-7249-D3C928EB3BC7}" dt="2025-11-18T01:34:39.513" v="90"/>
          <ac:picMkLst>
            <pc:docMk/>
            <pc:sldMk cId="3713877001" sldId="264"/>
            <ac:picMk id="4" creationId="{E3FDF33A-256E-7721-5C7A-8599A1CF532A}"/>
          </ac:picMkLst>
        </pc:picChg>
        <pc:picChg chg="del">
          <ac:chgData name="Cesar, Diana R" userId="S::dcesarr@hc.edu::393a9398-a761-4704-b7b7-17dfa71b249b" providerId="AD" clId="Web-{42E329A0-6B04-B1FF-7249-D3C928EB3BC7}" dt="2025-11-18T01:34:06.654" v="89"/>
          <ac:picMkLst>
            <pc:docMk/>
            <pc:sldMk cId="3713877001" sldId="264"/>
            <ac:picMk id="6" creationId="{B824ADD5-6918-43E8-F943-2C9694187CC6}"/>
          </ac:picMkLst>
        </pc:picChg>
      </pc:sldChg>
    </pc:docChg>
  </pc:docChgLst>
  <pc:docChgLst>
    <pc:chgData name="Cesar, Diana R" userId="S::dcesarr@hc.edu::393a9398-a761-4704-b7b7-17dfa71b249b" providerId="AD" clId="Web-{84D3E8FB-C408-668C-0538-9ED1373F7C12}"/>
    <pc:docChg chg="addSld modSld addMainMaster delMainMaster">
      <pc:chgData name="Cesar, Diana R" userId="S::dcesarr@hc.edu::393a9398-a761-4704-b7b7-17dfa71b249b" providerId="AD" clId="Web-{84D3E8FB-C408-668C-0538-9ED1373F7C12}" dt="2025-11-18T01:14:02.517" v="96"/>
      <pc:docMkLst>
        <pc:docMk/>
      </pc:docMkLst>
      <pc:sldChg chg="addSp delSp modSp mod setBg modClrScheme chgLayout">
        <pc:chgData name="Cesar, Diana R" userId="S::dcesarr@hc.edu::393a9398-a761-4704-b7b7-17dfa71b249b" providerId="AD" clId="Web-{84D3E8FB-C408-668C-0538-9ED1373F7C12}" dt="2025-11-18T01:05:01.556" v="40"/>
        <pc:sldMkLst>
          <pc:docMk/>
          <pc:sldMk cId="109857222" sldId="256"/>
        </pc:sldMkLst>
        <pc:spChg chg="mod">
          <ac:chgData name="Cesar, Diana R" userId="S::dcesarr@hc.edu::393a9398-a761-4704-b7b7-17dfa71b249b" providerId="AD" clId="Web-{84D3E8FB-C408-668C-0538-9ED1373F7C12}" dt="2025-11-18T01:05:01.556" v="40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Cesar, Diana R" userId="S::dcesarr@hc.edu::393a9398-a761-4704-b7b7-17dfa71b249b" providerId="AD" clId="Web-{84D3E8FB-C408-668C-0538-9ED1373F7C12}" dt="2025-11-18T01:05:01.556" v="40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Cesar, Diana R" userId="S::dcesarr@hc.edu::393a9398-a761-4704-b7b7-17dfa71b249b" providerId="AD" clId="Web-{84D3E8FB-C408-668C-0538-9ED1373F7C12}" dt="2025-11-18T01:03:58.613" v="1"/>
          <ac:spMkLst>
            <pc:docMk/>
            <pc:sldMk cId="109857222" sldId="256"/>
            <ac:spMk id="8" creationId="{19F9BF86-FE94-4517-B97D-026C7515E589}"/>
          </ac:spMkLst>
        </pc:spChg>
        <pc:spChg chg="add del">
          <ac:chgData name="Cesar, Diana R" userId="S::dcesarr@hc.edu::393a9398-a761-4704-b7b7-17dfa71b249b" providerId="AD" clId="Web-{84D3E8FB-C408-668C-0538-9ED1373F7C12}" dt="2025-11-18T01:05:01.556" v="40"/>
          <ac:spMkLst>
            <pc:docMk/>
            <pc:sldMk cId="109857222" sldId="256"/>
            <ac:spMk id="9" creationId="{0EECA69B-4C2A-7F31-8019-E90DB3BD49CB}"/>
          </ac:spMkLst>
        </pc:spChg>
        <pc:spChg chg="add del">
          <ac:chgData name="Cesar, Diana R" userId="S::dcesarr@hc.edu::393a9398-a761-4704-b7b7-17dfa71b249b" providerId="AD" clId="Web-{84D3E8FB-C408-668C-0538-9ED1373F7C12}" dt="2025-11-18T01:05:01.556" v="40"/>
          <ac:spMkLst>
            <pc:docMk/>
            <pc:sldMk cId="109857222" sldId="256"/>
            <ac:spMk id="11" creationId="{857DEAC1-B3AA-6569-0A44-A191DF2F3C67}"/>
          </ac:spMkLst>
        </pc:spChg>
        <pc:spChg chg="add del">
          <ac:chgData name="Cesar, Diana R" userId="S::dcesarr@hc.edu::393a9398-a761-4704-b7b7-17dfa71b249b" providerId="AD" clId="Web-{84D3E8FB-C408-668C-0538-9ED1373F7C12}" dt="2025-11-18T01:04:03.613" v="3"/>
          <ac:spMkLst>
            <pc:docMk/>
            <pc:sldMk cId="109857222" sldId="256"/>
            <ac:spMk id="12" creationId="{47329988-FFDF-454D-3162-2E365D804859}"/>
          </ac:spMkLst>
        </pc:spChg>
        <pc:spChg chg="add del">
          <ac:chgData name="Cesar, Diana R" userId="S::dcesarr@hc.edu::393a9398-a761-4704-b7b7-17dfa71b249b" providerId="AD" clId="Web-{84D3E8FB-C408-668C-0538-9ED1373F7C12}" dt="2025-11-18T01:04:06.551" v="5"/>
          <ac:spMkLst>
            <pc:docMk/>
            <pc:sldMk cId="109857222" sldId="256"/>
            <ac:spMk id="14" creationId="{19F9BF86-FE94-4517-B97D-026C7515E589}"/>
          </ac:spMkLst>
        </pc:spChg>
        <pc:spChg chg="add del">
          <ac:chgData name="Cesar, Diana R" userId="S::dcesarr@hc.edu::393a9398-a761-4704-b7b7-17dfa71b249b" providerId="AD" clId="Web-{84D3E8FB-C408-668C-0538-9ED1373F7C12}" dt="2025-11-18T01:05:01.509" v="39"/>
          <ac:spMkLst>
            <pc:docMk/>
            <pc:sldMk cId="109857222" sldId="256"/>
            <ac:spMk id="16" creationId="{A0899065-7419-460C-AA73-5DC45E47B425}"/>
          </ac:spMkLst>
        </pc:spChg>
        <pc:spChg chg="add">
          <ac:chgData name="Cesar, Diana R" userId="S::dcesarr@hc.edu::393a9398-a761-4704-b7b7-17dfa71b249b" providerId="AD" clId="Web-{84D3E8FB-C408-668C-0538-9ED1373F7C12}" dt="2025-11-18T01:05:01.556" v="40"/>
          <ac:spMkLst>
            <pc:docMk/>
            <pc:sldMk cId="109857222" sldId="256"/>
            <ac:spMk id="19" creationId="{33E93247-6229-44AB-A550-739E971E690B}"/>
          </ac:spMkLst>
        </pc:spChg>
        <pc:picChg chg="add mod ord">
          <ac:chgData name="Cesar, Diana R" userId="S::dcesarr@hc.edu::393a9398-a761-4704-b7b7-17dfa71b249b" providerId="AD" clId="Web-{84D3E8FB-C408-668C-0538-9ED1373F7C12}" dt="2025-11-18T01:05:01.556" v="40"/>
          <ac:picMkLst>
            <pc:docMk/>
            <pc:sldMk cId="109857222" sldId="256"/>
            <ac:picMk id="4" creationId="{9F3BFC5B-0F6F-5118-F477-622F03695E26}"/>
          </ac:picMkLst>
        </pc:picChg>
        <pc:cxnChg chg="add del">
          <ac:chgData name="Cesar, Diana R" userId="S::dcesarr@hc.edu::393a9398-a761-4704-b7b7-17dfa71b249b" providerId="AD" clId="Web-{84D3E8FB-C408-668C-0538-9ED1373F7C12}" dt="2025-11-18T01:03:58.613" v="1"/>
          <ac:cxnSpMkLst>
            <pc:docMk/>
            <pc:sldMk cId="109857222" sldId="256"/>
            <ac:cxnSpMk id="10" creationId="{8A5C8BF2-C035-4BFF-8802-A39723834415}"/>
          </ac:cxnSpMkLst>
        </pc:cxnChg>
        <pc:cxnChg chg="add del">
          <ac:chgData name="Cesar, Diana R" userId="S::dcesarr@hc.edu::393a9398-a761-4704-b7b7-17dfa71b249b" providerId="AD" clId="Web-{84D3E8FB-C408-668C-0538-9ED1373F7C12}" dt="2025-11-18T01:04:06.551" v="5"/>
          <ac:cxnSpMkLst>
            <pc:docMk/>
            <pc:sldMk cId="109857222" sldId="256"/>
            <ac:cxnSpMk id="15" creationId="{8A5C8BF2-C035-4BFF-8802-A39723834415}"/>
          </ac:cxnSpMkLst>
        </pc:cxnChg>
        <pc:cxnChg chg="add">
          <ac:chgData name="Cesar, Diana R" userId="S::dcesarr@hc.edu::393a9398-a761-4704-b7b7-17dfa71b249b" providerId="AD" clId="Web-{84D3E8FB-C408-668C-0538-9ED1373F7C12}" dt="2025-11-18T01:05:01.556" v="40"/>
          <ac:cxnSpMkLst>
            <pc:docMk/>
            <pc:sldMk cId="109857222" sldId="256"/>
            <ac:cxnSpMk id="18" creationId="{EE2E603F-4A95-4FE8-BB06-211DFD75DBEF}"/>
          </ac:cxnSpMkLst>
        </pc:cxnChg>
        <pc:cxnChg chg="add">
          <ac:chgData name="Cesar, Diana R" userId="S::dcesarr@hc.edu::393a9398-a761-4704-b7b7-17dfa71b249b" providerId="AD" clId="Web-{84D3E8FB-C408-668C-0538-9ED1373F7C12}" dt="2025-11-18T01:05:01.556" v="40"/>
          <ac:cxnSpMkLst>
            <pc:docMk/>
            <pc:sldMk cId="109857222" sldId="256"/>
            <ac:cxnSpMk id="20" creationId="{2CF06E40-3ECB-4820-95B5-8A70B07D4B47}"/>
          </ac:cxnSpMkLst>
        </pc:cxnChg>
      </pc:sldChg>
      <pc:sldChg chg="addSp delSp modSp new mod setBg modClrScheme chgLayout">
        <pc:chgData name="Cesar, Diana R" userId="S::dcesarr@hc.edu::393a9398-a761-4704-b7b7-17dfa71b249b" providerId="AD" clId="Web-{84D3E8FB-C408-668C-0538-9ED1373F7C12}" dt="2025-11-18T01:09:14.759" v="75"/>
        <pc:sldMkLst>
          <pc:docMk/>
          <pc:sldMk cId="1999336795" sldId="257"/>
        </pc:sldMkLst>
        <pc:spChg chg="mod ord">
          <ac:chgData name="Cesar, Diana R" userId="S::dcesarr@hc.edu::393a9398-a761-4704-b7b7-17dfa71b249b" providerId="AD" clId="Web-{84D3E8FB-C408-668C-0538-9ED1373F7C12}" dt="2025-11-18T01:09:03.946" v="73"/>
          <ac:spMkLst>
            <pc:docMk/>
            <pc:sldMk cId="1999336795" sldId="257"/>
            <ac:spMk id="2" creationId="{77225D89-940E-89BF-1954-C88A1B8A1F57}"/>
          </ac:spMkLst>
        </pc:spChg>
        <pc:spChg chg="del">
          <ac:chgData name="Cesar, Diana R" userId="S::dcesarr@hc.edu::393a9398-a761-4704-b7b7-17dfa71b249b" providerId="AD" clId="Web-{84D3E8FB-C408-668C-0538-9ED1373F7C12}" dt="2025-11-18T01:06:14.765" v="42"/>
          <ac:spMkLst>
            <pc:docMk/>
            <pc:sldMk cId="1999336795" sldId="257"/>
            <ac:spMk id="3" creationId="{7D5513B2-5F35-43D6-B9B1-E8D12738CD05}"/>
          </ac:spMkLst>
        </pc:spChg>
        <pc:spChg chg="add">
          <ac:chgData name="Cesar, Diana R" userId="S::dcesarr@hc.edu::393a9398-a761-4704-b7b7-17dfa71b249b" providerId="AD" clId="Web-{84D3E8FB-C408-668C-0538-9ED1373F7C12}" dt="2025-11-18T01:09:03.946" v="73"/>
          <ac:spMkLst>
            <pc:docMk/>
            <pc:sldMk cId="1999336795" sldId="257"/>
            <ac:spMk id="17" creationId="{33E93247-6229-44AB-A550-739E971E690B}"/>
          </ac:spMkLst>
        </pc:spChg>
        <pc:graphicFrameChg chg="add del mod modGraphic">
          <ac:chgData name="Cesar, Diana R" userId="S::dcesarr@hc.edu::393a9398-a761-4704-b7b7-17dfa71b249b" providerId="AD" clId="Web-{84D3E8FB-C408-668C-0538-9ED1373F7C12}" dt="2025-11-18T01:06:50.971" v="59"/>
          <ac:graphicFrameMkLst>
            <pc:docMk/>
            <pc:sldMk cId="1999336795" sldId="257"/>
            <ac:graphicFrameMk id="5" creationId="{F218CFC0-4AD3-3C9B-B039-F4CD087B793D}"/>
          </ac:graphicFrameMkLst>
        </pc:graphicFrameChg>
        <pc:graphicFrameChg chg="add del mod modGraphic">
          <ac:chgData name="Cesar, Diana R" userId="S::dcesarr@hc.edu::393a9398-a761-4704-b7b7-17dfa71b249b" providerId="AD" clId="Web-{84D3E8FB-C408-668C-0538-9ED1373F7C12}" dt="2025-11-18T01:08:45.695" v="68"/>
          <ac:graphicFrameMkLst>
            <pc:docMk/>
            <pc:sldMk cId="1999336795" sldId="257"/>
            <ac:graphicFrameMk id="7" creationId="{222B6520-1DC9-1A18-25A3-E3BD9BE9D6FF}"/>
          </ac:graphicFrameMkLst>
        </pc:graphicFrameChg>
        <pc:picChg chg="add mod modCrop">
          <ac:chgData name="Cesar, Diana R" userId="S::dcesarr@hc.edu::393a9398-a761-4704-b7b7-17dfa71b249b" providerId="AD" clId="Web-{84D3E8FB-C408-668C-0538-9ED1373F7C12}" dt="2025-11-18T01:09:14.759" v="75"/>
          <ac:picMkLst>
            <pc:docMk/>
            <pc:sldMk cId="1999336795" sldId="257"/>
            <ac:picMk id="8" creationId="{16F42291-8D63-5606-443A-F22C704D85CC}"/>
          </ac:picMkLst>
        </pc:picChg>
        <pc:cxnChg chg="add">
          <ac:chgData name="Cesar, Diana R" userId="S::dcesarr@hc.edu::393a9398-a761-4704-b7b7-17dfa71b249b" providerId="AD" clId="Web-{84D3E8FB-C408-668C-0538-9ED1373F7C12}" dt="2025-11-18T01:09:03.946" v="73"/>
          <ac:cxnSpMkLst>
            <pc:docMk/>
            <pc:sldMk cId="1999336795" sldId="257"/>
            <ac:cxnSpMk id="13" creationId="{F64F9B95-9045-48D2-B9F3-2927E98F54AA}"/>
          </ac:cxnSpMkLst>
        </pc:cxnChg>
        <pc:cxnChg chg="add">
          <ac:chgData name="Cesar, Diana R" userId="S::dcesarr@hc.edu::393a9398-a761-4704-b7b7-17dfa71b249b" providerId="AD" clId="Web-{84D3E8FB-C408-668C-0538-9ED1373F7C12}" dt="2025-11-18T01:09:03.946" v="73"/>
          <ac:cxnSpMkLst>
            <pc:docMk/>
            <pc:sldMk cId="1999336795" sldId="257"/>
            <ac:cxnSpMk id="15" creationId="{085AA86F-6A4D-4BCB-A045-D992CDC2959B}"/>
          </ac:cxnSpMkLst>
        </pc:cxnChg>
        <pc:cxnChg chg="add">
          <ac:chgData name="Cesar, Diana R" userId="S::dcesarr@hc.edu::393a9398-a761-4704-b7b7-17dfa71b249b" providerId="AD" clId="Web-{84D3E8FB-C408-668C-0538-9ED1373F7C12}" dt="2025-11-18T01:09:03.946" v="73"/>
          <ac:cxnSpMkLst>
            <pc:docMk/>
            <pc:sldMk cId="1999336795" sldId="257"/>
            <ac:cxnSpMk id="19" creationId="{EE2E603F-4A95-4FE8-BB06-211DFD75DBEF}"/>
          </ac:cxnSpMkLst>
        </pc:cxnChg>
        <pc:cxnChg chg="add">
          <ac:chgData name="Cesar, Diana R" userId="S::dcesarr@hc.edu::393a9398-a761-4704-b7b7-17dfa71b249b" providerId="AD" clId="Web-{84D3E8FB-C408-668C-0538-9ED1373F7C12}" dt="2025-11-18T01:09:03.946" v="73"/>
          <ac:cxnSpMkLst>
            <pc:docMk/>
            <pc:sldMk cId="1999336795" sldId="257"/>
            <ac:cxnSpMk id="21" creationId="{D7CC41EB-2D81-4303-9171-6401B388BA35}"/>
          </ac:cxnSpMkLst>
        </pc:cxnChg>
      </pc:sldChg>
      <pc:sldChg chg="addSp modSp new mod setBg">
        <pc:chgData name="Cesar, Diana R" userId="S::dcesarr@hc.edu::393a9398-a761-4704-b7b7-17dfa71b249b" providerId="AD" clId="Web-{84D3E8FB-C408-668C-0538-9ED1373F7C12}" dt="2025-11-18T01:13:47.673" v="95" actId="1076"/>
        <pc:sldMkLst>
          <pc:docMk/>
          <pc:sldMk cId="2910299537" sldId="258"/>
        </pc:sldMkLst>
        <pc:spChg chg="mod">
          <ac:chgData name="Cesar, Diana R" userId="S::dcesarr@hc.edu::393a9398-a761-4704-b7b7-17dfa71b249b" providerId="AD" clId="Web-{84D3E8FB-C408-668C-0538-9ED1373F7C12}" dt="2025-11-18T01:13:38.751" v="94"/>
          <ac:spMkLst>
            <pc:docMk/>
            <pc:sldMk cId="2910299537" sldId="258"/>
            <ac:spMk id="2" creationId="{9C6AE0E3-51BE-7BCE-AACF-FCF710FD03DD}"/>
          </ac:spMkLst>
        </pc:spChg>
        <pc:spChg chg="add">
          <ac:chgData name="Cesar, Diana R" userId="S::dcesarr@hc.edu::393a9398-a761-4704-b7b7-17dfa71b249b" providerId="AD" clId="Web-{84D3E8FB-C408-668C-0538-9ED1373F7C12}" dt="2025-11-18T01:13:38.751" v="94"/>
          <ac:spMkLst>
            <pc:docMk/>
            <pc:sldMk cId="2910299537" sldId="258"/>
            <ac:spMk id="13" creationId="{341BFA31-6544-45C2-9DA0-9E1C5E0B1959}"/>
          </ac:spMkLst>
        </pc:spChg>
        <pc:picChg chg="add mod">
          <ac:chgData name="Cesar, Diana R" userId="S::dcesarr@hc.edu::393a9398-a761-4704-b7b7-17dfa71b249b" providerId="AD" clId="Web-{84D3E8FB-C408-668C-0538-9ED1373F7C12}" dt="2025-11-18T01:13:47.673" v="95" actId="1076"/>
          <ac:picMkLst>
            <pc:docMk/>
            <pc:sldMk cId="2910299537" sldId="258"/>
            <ac:picMk id="3" creationId="{D6FD55B1-743C-20BB-E83F-34C89D387BD0}"/>
          </ac:picMkLst>
        </pc:picChg>
        <pc:picChg chg="add mod">
          <ac:chgData name="Cesar, Diana R" userId="S::dcesarr@hc.edu::393a9398-a761-4704-b7b7-17dfa71b249b" providerId="AD" clId="Web-{84D3E8FB-C408-668C-0538-9ED1373F7C12}" dt="2025-11-18T01:13:38.751" v="94"/>
          <ac:picMkLst>
            <pc:docMk/>
            <pc:sldMk cId="2910299537" sldId="258"/>
            <ac:picMk id="4" creationId="{3E3F30FE-31CD-1305-185A-C759E1BC4E51}"/>
          </ac:picMkLst>
        </pc:picChg>
        <pc:cxnChg chg="add">
          <ac:chgData name="Cesar, Diana R" userId="S::dcesarr@hc.edu::393a9398-a761-4704-b7b7-17dfa71b249b" providerId="AD" clId="Web-{84D3E8FB-C408-668C-0538-9ED1373F7C12}" dt="2025-11-18T01:13:38.751" v="94"/>
          <ac:cxnSpMkLst>
            <pc:docMk/>
            <pc:sldMk cId="2910299537" sldId="258"/>
            <ac:cxnSpMk id="9" creationId="{F64F9B95-9045-48D2-B9F3-2927E98F54AA}"/>
          </ac:cxnSpMkLst>
        </pc:cxnChg>
        <pc:cxnChg chg="add">
          <ac:chgData name="Cesar, Diana R" userId="S::dcesarr@hc.edu::393a9398-a761-4704-b7b7-17dfa71b249b" providerId="AD" clId="Web-{84D3E8FB-C408-668C-0538-9ED1373F7C12}" dt="2025-11-18T01:13:38.751" v="94"/>
          <ac:cxnSpMkLst>
            <pc:docMk/>
            <pc:sldMk cId="2910299537" sldId="258"/>
            <ac:cxnSpMk id="11" creationId="{085AA86F-6A4D-4BCB-A045-D992CDC2959B}"/>
          </ac:cxnSpMkLst>
        </pc:cxnChg>
        <pc:cxnChg chg="add">
          <ac:chgData name="Cesar, Diana R" userId="S::dcesarr@hc.edu::393a9398-a761-4704-b7b7-17dfa71b249b" providerId="AD" clId="Web-{84D3E8FB-C408-668C-0538-9ED1373F7C12}" dt="2025-11-18T01:13:38.751" v="94"/>
          <ac:cxnSpMkLst>
            <pc:docMk/>
            <pc:sldMk cId="2910299537" sldId="258"/>
            <ac:cxnSpMk id="15" creationId="{17594EFD-13B0-401C-9650-853A2EAE923D}"/>
          </ac:cxnSpMkLst>
        </pc:cxnChg>
        <pc:cxnChg chg="add">
          <ac:chgData name="Cesar, Diana R" userId="S::dcesarr@hc.edu::393a9398-a761-4704-b7b7-17dfa71b249b" providerId="AD" clId="Web-{84D3E8FB-C408-668C-0538-9ED1373F7C12}" dt="2025-11-18T01:13:38.751" v="94"/>
          <ac:cxnSpMkLst>
            <pc:docMk/>
            <pc:sldMk cId="2910299537" sldId="258"/>
            <ac:cxnSpMk id="17" creationId="{3EC41E46-FD55-45CE-BBBB-673BDF0205FC}"/>
          </ac:cxnSpMkLst>
        </pc:cxnChg>
      </pc:sldChg>
      <pc:sldChg chg="new">
        <pc:chgData name="Cesar, Diana R" userId="S::dcesarr@hc.edu::393a9398-a761-4704-b7b7-17dfa71b249b" providerId="AD" clId="Web-{84D3E8FB-C408-668C-0538-9ED1373F7C12}" dt="2025-11-18T01:14:02.517" v="96"/>
        <pc:sldMkLst>
          <pc:docMk/>
          <pc:sldMk cId="3476894155" sldId="259"/>
        </pc:sldMkLst>
      </pc:sldChg>
      <pc:sldMasterChg chg="add del addSldLayout delSldLayout">
        <pc:chgData name="Cesar, Diana R" userId="S::dcesarr@hc.edu::393a9398-a761-4704-b7b7-17dfa71b249b" providerId="AD" clId="Web-{84D3E8FB-C408-668C-0538-9ED1373F7C12}" dt="2025-11-18T01:04:06.629" v="6"/>
        <pc:sldMasterMkLst>
          <pc:docMk/>
          <pc:sldMasterMk cId="2460954070" sldId="2147483660"/>
        </pc:sldMasterMkLst>
        <pc:sldLayoutChg chg="add del">
          <pc:chgData name="Cesar, Diana R" userId="S::dcesarr@hc.edu::393a9398-a761-4704-b7b7-17dfa71b249b" providerId="AD" clId="Web-{84D3E8FB-C408-668C-0538-9ED1373F7C12}" dt="2025-11-18T01:04:06.629" v="6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4:06.629" v="6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4:06.629" v="6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4:06.629" v="6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4:06.629" v="6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4:06.629" v="6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4:06.629" v="6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4:06.629" v="6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4:06.629" v="6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4:06.629" v="6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4:06.629" v="6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">
        <pc:chgData name="Cesar, Diana R" userId="S::dcesarr@hc.edu::393a9398-a761-4704-b7b7-17dfa71b249b" providerId="AD" clId="Web-{84D3E8FB-C408-668C-0538-9ED1373F7C12}" dt="2025-11-18T01:05:01.556" v="40"/>
        <pc:sldMasterMkLst>
          <pc:docMk/>
          <pc:sldMasterMk cId="2498934131" sldId="2147483672"/>
        </pc:sldMasterMkLst>
        <pc:sldLayoutChg chg="add del">
          <pc:chgData name="Cesar, Diana R" userId="S::dcesarr@hc.edu::393a9398-a761-4704-b7b7-17dfa71b249b" providerId="AD" clId="Web-{84D3E8FB-C408-668C-0538-9ED1373F7C12}" dt="2025-11-18T01:05:01.556" v="40"/>
          <pc:sldLayoutMkLst>
            <pc:docMk/>
            <pc:sldMasterMk cId="2498934131" sldId="2147483672"/>
            <pc:sldLayoutMk cId="2735779588" sldId="2147483673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5:01.556" v="40"/>
          <pc:sldLayoutMkLst>
            <pc:docMk/>
            <pc:sldMasterMk cId="2498934131" sldId="2147483672"/>
            <pc:sldLayoutMk cId="860198188" sldId="2147483674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5:01.556" v="40"/>
          <pc:sldLayoutMkLst>
            <pc:docMk/>
            <pc:sldMasterMk cId="2498934131" sldId="2147483672"/>
            <pc:sldLayoutMk cId="4235996272" sldId="2147483675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5:01.556" v="40"/>
          <pc:sldLayoutMkLst>
            <pc:docMk/>
            <pc:sldMasterMk cId="2498934131" sldId="2147483672"/>
            <pc:sldLayoutMk cId="3282686493" sldId="2147483676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5:01.556" v="40"/>
          <pc:sldLayoutMkLst>
            <pc:docMk/>
            <pc:sldMasterMk cId="2498934131" sldId="2147483672"/>
            <pc:sldLayoutMk cId="1768285698" sldId="2147483677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5:01.556" v="40"/>
          <pc:sldLayoutMkLst>
            <pc:docMk/>
            <pc:sldMasterMk cId="2498934131" sldId="2147483672"/>
            <pc:sldLayoutMk cId="802232292" sldId="2147483678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5:01.556" v="40"/>
          <pc:sldLayoutMkLst>
            <pc:docMk/>
            <pc:sldMasterMk cId="2498934131" sldId="2147483672"/>
            <pc:sldLayoutMk cId="1838106008" sldId="2147483679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5:01.556" v="40"/>
          <pc:sldLayoutMkLst>
            <pc:docMk/>
            <pc:sldMasterMk cId="2498934131" sldId="2147483672"/>
            <pc:sldLayoutMk cId="1873516841" sldId="2147483680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5:01.556" v="40"/>
          <pc:sldLayoutMkLst>
            <pc:docMk/>
            <pc:sldMasterMk cId="2498934131" sldId="2147483672"/>
            <pc:sldLayoutMk cId="3306116971" sldId="2147483681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5:01.556" v="40"/>
          <pc:sldLayoutMkLst>
            <pc:docMk/>
            <pc:sldMasterMk cId="2498934131" sldId="2147483672"/>
            <pc:sldLayoutMk cId="3595759971" sldId="2147483682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5:01.556" v="40"/>
          <pc:sldLayoutMkLst>
            <pc:docMk/>
            <pc:sldMasterMk cId="2498934131" sldId="2147483672"/>
            <pc:sldLayoutMk cId="847455136" sldId="2147483683"/>
          </pc:sldLayoutMkLst>
        </pc:sldLayoutChg>
      </pc:sldMasterChg>
      <pc:sldMasterChg chg="add del addSldLayout delSldLayout">
        <pc:chgData name="Cesar, Diana R" userId="S::dcesarr@hc.edu::393a9398-a761-4704-b7b7-17dfa71b249b" providerId="AD" clId="Web-{84D3E8FB-C408-668C-0538-9ED1373F7C12}" dt="2025-11-18T01:04:06.551" v="5"/>
        <pc:sldMasterMkLst>
          <pc:docMk/>
          <pc:sldMasterMk cId="1830788263" sldId="2147483695"/>
        </pc:sldMasterMkLst>
        <pc:sldLayoutChg chg="add del">
          <pc:chgData name="Cesar, Diana R" userId="S::dcesarr@hc.edu::393a9398-a761-4704-b7b7-17dfa71b249b" providerId="AD" clId="Web-{84D3E8FB-C408-668C-0538-9ED1373F7C12}" dt="2025-11-18T01:04:06.551" v="5"/>
          <pc:sldLayoutMkLst>
            <pc:docMk/>
            <pc:sldMasterMk cId="1830788263" sldId="2147483695"/>
            <pc:sldLayoutMk cId="1129274664" sldId="2147483684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4:06.551" v="5"/>
          <pc:sldLayoutMkLst>
            <pc:docMk/>
            <pc:sldMasterMk cId="1830788263" sldId="2147483695"/>
            <pc:sldLayoutMk cId="3617749689" sldId="2147483685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4:06.551" v="5"/>
          <pc:sldLayoutMkLst>
            <pc:docMk/>
            <pc:sldMasterMk cId="1830788263" sldId="2147483695"/>
            <pc:sldLayoutMk cId="1010179021" sldId="2147483686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4:06.551" v="5"/>
          <pc:sldLayoutMkLst>
            <pc:docMk/>
            <pc:sldMasterMk cId="1830788263" sldId="2147483695"/>
            <pc:sldLayoutMk cId="1642175349" sldId="2147483687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4:06.551" v="5"/>
          <pc:sldLayoutMkLst>
            <pc:docMk/>
            <pc:sldMasterMk cId="1830788263" sldId="2147483695"/>
            <pc:sldLayoutMk cId="41149810" sldId="2147483688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4:06.551" v="5"/>
          <pc:sldLayoutMkLst>
            <pc:docMk/>
            <pc:sldMasterMk cId="1830788263" sldId="2147483695"/>
            <pc:sldLayoutMk cId="3837798119" sldId="2147483689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4:06.551" v="5"/>
          <pc:sldLayoutMkLst>
            <pc:docMk/>
            <pc:sldMasterMk cId="1830788263" sldId="2147483695"/>
            <pc:sldLayoutMk cId="347195549" sldId="2147483690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4:06.551" v="5"/>
          <pc:sldLayoutMkLst>
            <pc:docMk/>
            <pc:sldMasterMk cId="1830788263" sldId="2147483695"/>
            <pc:sldLayoutMk cId="1793757264" sldId="2147483691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4:06.551" v="5"/>
          <pc:sldLayoutMkLst>
            <pc:docMk/>
            <pc:sldMasterMk cId="1830788263" sldId="2147483695"/>
            <pc:sldLayoutMk cId="1955108047" sldId="2147483692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4:06.551" v="5"/>
          <pc:sldLayoutMkLst>
            <pc:docMk/>
            <pc:sldMasterMk cId="1830788263" sldId="2147483695"/>
            <pc:sldLayoutMk cId="2826897018" sldId="2147483693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4:06.551" v="5"/>
          <pc:sldLayoutMkLst>
            <pc:docMk/>
            <pc:sldMasterMk cId="1830788263" sldId="2147483695"/>
            <pc:sldLayoutMk cId="3410035865" sldId="2147483694"/>
          </pc:sldLayoutMkLst>
        </pc:sldLayoutChg>
      </pc:sldMasterChg>
      <pc:sldMasterChg chg="add addSldLayout">
        <pc:chgData name="Cesar, Diana R" userId="S::dcesarr@hc.edu::393a9398-a761-4704-b7b7-17dfa71b249b" providerId="AD" clId="Web-{84D3E8FB-C408-668C-0538-9ED1373F7C12}" dt="2025-11-18T01:05:01.556" v="40"/>
        <pc:sldMasterMkLst>
          <pc:docMk/>
          <pc:sldMasterMk cId="2043331018" sldId="2147483708"/>
        </pc:sldMasterMkLst>
        <pc:sldLayoutChg chg="add">
          <pc:chgData name="Cesar, Diana R" userId="S::dcesarr@hc.edu::393a9398-a761-4704-b7b7-17dfa71b249b" providerId="AD" clId="Web-{84D3E8FB-C408-668C-0538-9ED1373F7C12}" dt="2025-11-18T01:05:01.556" v="40"/>
          <pc:sldLayoutMkLst>
            <pc:docMk/>
            <pc:sldMasterMk cId="2043331018" sldId="2147483708"/>
            <pc:sldLayoutMk cId="1131296117" sldId="2147483697"/>
          </pc:sldLayoutMkLst>
        </pc:sldLayoutChg>
        <pc:sldLayoutChg chg="add">
          <pc:chgData name="Cesar, Diana R" userId="S::dcesarr@hc.edu::393a9398-a761-4704-b7b7-17dfa71b249b" providerId="AD" clId="Web-{84D3E8FB-C408-668C-0538-9ED1373F7C12}" dt="2025-11-18T01:05:01.556" v="40"/>
          <pc:sldLayoutMkLst>
            <pc:docMk/>
            <pc:sldMasterMk cId="2043331018" sldId="2147483708"/>
            <pc:sldLayoutMk cId="2978276874" sldId="2147483698"/>
          </pc:sldLayoutMkLst>
        </pc:sldLayoutChg>
        <pc:sldLayoutChg chg="add">
          <pc:chgData name="Cesar, Diana R" userId="S::dcesarr@hc.edu::393a9398-a761-4704-b7b7-17dfa71b249b" providerId="AD" clId="Web-{84D3E8FB-C408-668C-0538-9ED1373F7C12}" dt="2025-11-18T01:05:01.556" v="40"/>
          <pc:sldLayoutMkLst>
            <pc:docMk/>
            <pc:sldMasterMk cId="2043331018" sldId="2147483708"/>
            <pc:sldLayoutMk cId="521706568" sldId="2147483699"/>
          </pc:sldLayoutMkLst>
        </pc:sldLayoutChg>
        <pc:sldLayoutChg chg="add">
          <pc:chgData name="Cesar, Diana R" userId="S::dcesarr@hc.edu::393a9398-a761-4704-b7b7-17dfa71b249b" providerId="AD" clId="Web-{84D3E8FB-C408-668C-0538-9ED1373F7C12}" dt="2025-11-18T01:05:01.556" v="40"/>
          <pc:sldLayoutMkLst>
            <pc:docMk/>
            <pc:sldMasterMk cId="2043331018" sldId="2147483708"/>
            <pc:sldLayoutMk cId="2686244787" sldId="2147483700"/>
          </pc:sldLayoutMkLst>
        </pc:sldLayoutChg>
        <pc:sldLayoutChg chg="add">
          <pc:chgData name="Cesar, Diana R" userId="S::dcesarr@hc.edu::393a9398-a761-4704-b7b7-17dfa71b249b" providerId="AD" clId="Web-{84D3E8FB-C408-668C-0538-9ED1373F7C12}" dt="2025-11-18T01:05:01.556" v="40"/>
          <pc:sldLayoutMkLst>
            <pc:docMk/>
            <pc:sldMasterMk cId="2043331018" sldId="2147483708"/>
            <pc:sldLayoutMk cId="1959235128" sldId="2147483701"/>
          </pc:sldLayoutMkLst>
        </pc:sldLayoutChg>
        <pc:sldLayoutChg chg="add">
          <pc:chgData name="Cesar, Diana R" userId="S::dcesarr@hc.edu::393a9398-a761-4704-b7b7-17dfa71b249b" providerId="AD" clId="Web-{84D3E8FB-C408-668C-0538-9ED1373F7C12}" dt="2025-11-18T01:05:01.556" v="40"/>
          <pc:sldLayoutMkLst>
            <pc:docMk/>
            <pc:sldMasterMk cId="2043331018" sldId="2147483708"/>
            <pc:sldLayoutMk cId="2026281017" sldId="2147483702"/>
          </pc:sldLayoutMkLst>
        </pc:sldLayoutChg>
        <pc:sldLayoutChg chg="add">
          <pc:chgData name="Cesar, Diana R" userId="S::dcesarr@hc.edu::393a9398-a761-4704-b7b7-17dfa71b249b" providerId="AD" clId="Web-{84D3E8FB-C408-668C-0538-9ED1373F7C12}" dt="2025-11-18T01:05:01.556" v="40"/>
          <pc:sldLayoutMkLst>
            <pc:docMk/>
            <pc:sldMasterMk cId="2043331018" sldId="2147483708"/>
            <pc:sldLayoutMk cId="2391791236" sldId="2147483703"/>
          </pc:sldLayoutMkLst>
        </pc:sldLayoutChg>
        <pc:sldLayoutChg chg="add">
          <pc:chgData name="Cesar, Diana R" userId="S::dcesarr@hc.edu::393a9398-a761-4704-b7b7-17dfa71b249b" providerId="AD" clId="Web-{84D3E8FB-C408-668C-0538-9ED1373F7C12}" dt="2025-11-18T01:05:01.556" v="40"/>
          <pc:sldLayoutMkLst>
            <pc:docMk/>
            <pc:sldMasterMk cId="2043331018" sldId="2147483708"/>
            <pc:sldLayoutMk cId="3555301556" sldId="2147483704"/>
          </pc:sldLayoutMkLst>
        </pc:sldLayoutChg>
        <pc:sldLayoutChg chg="add">
          <pc:chgData name="Cesar, Diana R" userId="S::dcesarr@hc.edu::393a9398-a761-4704-b7b7-17dfa71b249b" providerId="AD" clId="Web-{84D3E8FB-C408-668C-0538-9ED1373F7C12}" dt="2025-11-18T01:05:01.556" v="40"/>
          <pc:sldLayoutMkLst>
            <pc:docMk/>
            <pc:sldMasterMk cId="2043331018" sldId="2147483708"/>
            <pc:sldLayoutMk cId="134609404" sldId="2147483705"/>
          </pc:sldLayoutMkLst>
        </pc:sldLayoutChg>
        <pc:sldLayoutChg chg="add">
          <pc:chgData name="Cesar, Diana R" userId="S::dcesarr@hc.edu::393a9398-a761-4704-b7b7-17dfa71b249b" providerId="AD" clId="Web-{84D3E8FB-C408-668C-0538-9ED1373F7C12}" dt="2025-11-18T01:05:01.556" v="40"/>
          <pc:sldLayoutMkLst>
            <pc:docMk/>
            <pc:sldMasterMk cId="2043331018" sldId="2147483708"/>
            <pc:sldLayoutMk cId="1978838327" sldId="2147483706"/>
          </pc:sldLayoutMkLst>
        </pc:sldLayoutChg>
        <pc:sldLayoutChg chg="add">
          <pc:chgData name="Cesar, Diana R" userId="S::dcesarr@hc.edu::393a9398-a761-4704-b7b7-17dfa71b249b" providerId="AD" clId="Web-{84D3E8FB-C408-668C-0538-9ED1373F7C12}" dt="2025-11-18T01:05:01.556" v="40"/>
          <pc:sldLayoutMkLst>
            <pc:docMk/>
            <pc:sldMasterMk cId="2043331018" sldId="2147483708"/>
            <pc:sldLayoutMk cId="379374022" sldId="2147483707"/>
          </pc:sldLayoutMkLst>
        </pc:sldLayoutChg>
      </pc:sldMasterChg>
      <pc:sldMasterChg chg="add del addSldLayout delSldLayout">
        <pc:chgData name="Cesar, Diana R" userId="S::dcesarr@hc.edu::393a9398-a761-4704-b7b7-17dfa71b249b" providerId="AD" clId="Web-{84D3E8FB-C408-668C-0538-9ED1373F7C12}" dt="2025-11-18T01:04:03.613" v="3"/>
        <pc:sldMasterMkLst>
          <pc:docMk/>
          <pc:sldMasterMk cId="125352229" sldId="2147483721"/>
        </pc:sldMasterMkLst>
        <pc:sldLayoutChg chg="add del">
          <pc:chgData name="Cesar, Diana R" userId="S::dcesarr@hc.edu::393a9398-a761-4704-b7b7-17dfa71b249b" providerId="AD" clId="Web-{84D3E8FB-C408-668C-0538-9ED1373F7C12}" dt="2025-11-18T01:04:03.613" v="3"/>
          <pc:sldLayoutMkLst>
            <pc:docMk/>
            <pc:sldMasterMk cId="125352229" sldId="2147483721"/>
            <pc:sldLayoutMk cId="1050349264" sldId="2147483710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4:03.613" v="3"/>
          <pc:sldLayoutMkLst>
            <pc:docMk/>
            <pc:sldMasterMk cId="125352229" sldId="2147483721"/>
            <pc:sldLayoutMk cId="3295640611" sldId="2147483711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4:03.613" v="3"/>
          <pc:sldLayoutMkLst>
            <pc:docMk/>
            <pc:sldMasterMk cId="125352229" sldId="2147483721"/>
            <pc:sldLayoutMk cId="4200307619" sldId="2147483712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4:03.613" v="3"/>
          <pc:sldLayoutMkLst>
            <pc:docMk/>
            <pc:sldMasterMk cId="125352229" sldId="2147483721"/>
            <pc:sldLayoutMk cId="1300113036" sldId="2147483713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4:03.613" v="3"/>
          <pc:sldLayoutMkLst>
            <pc:docMk/>
            <pc:sldMasterMk cId="125352229" sldId="2147483721"/>
            <pc:sldLayoutMk cId="2024552780" sldId="2147483714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4:03.613" v="3"/>
          <pc:sldLayoutMkLst>
            <pc:docMk/>
            <pc:sldMasterMk cId="125352229" sldId="2147483721"/>
            <pc:sldLayoutMk cId="1548657031" sldId="2147483715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4:03.613" v="3"/>
          <pc:sldLayoutMkLst>
            <pc:docMk/>
            <pc:sldMasterMk cId="125352229" sldId="2147483721"/>
            <pc:sldLayoutMk cId="1691585260" sldId="2147483716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4:03.613" v="3"/>
          <pc:sldLayoutMkLst>
            <pc:docMk/>
            <pc:sldMasterMk cId="125352229" sldId="2147483721"/>
            <pc:sldLayoutMk cId="4018808138" sldId="2147483717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4:03.613" v="3"/>
          <pc:sldLayoutMkLst>
            <pc:docMk/>
            <pc:sldMasterMk cId="125352229" sldId="2147483721"/>
            <pc:sldLayoutMk cId="164415120" sldId="2147483718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4:03.613" v="3"/>
          <pc:sldLayoutMkLst>
            <pc:docMk/>
            <pc:sldMasterMk cId="125352229" sldId="2147483721"/>
            <pc:sldLayoutMk cId="1416437619" sldId="2147483719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4:03.613" v="3"/>
          <pc:sldLayoutMkLst>
            <pc:docMk/>
            <pc:sldMasterMk cId="125352229" sldId="2147483721"/>
            <pc:sldLayoutMk cId="1162136123" sldId="2147483720"/>
          </pc:sldLayoutMkLst>
        </pc:sldLayoutChg>
      </pc:sldMasterChg>
      <pc:sldMasterChg chg="add del addSldLayout delSldLayout">
        <pc:chgData name="Cesar, Diana R" userId="S::dcesarr@hc.edu::393a9398-a761-4704-b7b7-17dfa71b249b" providerId="AD" clId="Web-{84D3E8FB-C408-668C-0538-9ED1373F7C12}" dt="2025-11-18T01:05:01.509" v="39"/>
        <pc:sldMasterMkLst>
          <pc:docMk/>
          <pc:sldMasterMk cId="2851424843" sldId="2147483785"/>
        </pc:sldMasterMkLst>
        <pc:sldLayoutChg chg="add del">
          <pc:chgData name="Cesar, Diana R" userId="S::dcesarr@hc.edu::393a9398-a761-4704-b7b7-17dfa71b249b" providerId="AD" clId="Web-{84D3E8FB-C408-668C-0538-9ED1373F7C12}" dt="2025-11-18T01:05:01.509" v="39"/>
          <pc:sldLayoutMkLst>
            <pc:docMk/>
            <pc:sldMasterMk cId="2851424843" sldId="2147483785"/>
            <pc:sldLayoutMk cId="3734629402" sldId="2147483774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5:01.509" v="39"/>
          <pc:sldLayoutMkLst>
            <pc:docMk/>
            <pc:sldMasterMk cId="2851424843" sldId="2147483785"/>
            <pc:sldLayoutMk cId="1954818355" sldId="2147483775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5:01.509" v="39"/>
          <pc:sldLayoutMkLst>
            <pc:docMk/>
            <pc:sldMasterMk cId="2851424843" sldId="2147483785"/>
            <pc:sldLayoutMk cId="2731551023" sldId="2147483776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5:01.509" v="39"/>
          <pc:sldLayoutMkLst>
            <pc:docMk/>
            <pc:sldMasterMk cId="2851424843" sldId="2147483785"/>
            <pc:sldLayoutMk cId="847677500" sldId="2147483777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5:01.509" v="39"/>
          <pc:sldLayoutMkLst>
            <pc:docMk/>
            <pc:sldMasterMk cId="2851424843" sldId="2147483785"/>
            <pc:sldLayoutMk cId="541925709" sldId="2147483778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5:01.509" v="39"/>
          <pc:sldLayoutMkLst>
            <pc:docMk/>
            <pc:sldMasterMk cId="2851424843" sldId="2147483785"/>
            <pc:sldLayoutMk cId="2059533690" sldId="2147483779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5:01.509" v="39"/>
          <pc:sldLayoutMkLst>
            <pc:docMk/>
            <pc:sldMasterMk cId="2851424843" sldId="2147483785"/>
            <pc:sldLayoutMk cId="4001018071" sldId="2147483780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5:01.509" v="39"/>
          <pc:sldLayoutMkLst>
            <pc:docMk/>
            <pc:sldMasterMk cId="2851424843" sldId="2147483785"/>
            <pc:sldLayoutMk cId="3322857788" sldId="2147483781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5:01.509" v="39"/>
          <pc:sldLayoutMkLst>
            <pc:docMk/>
            <pc:sldMasterMk cId="2851424843" sldId="2147483785"/>
            <pc:sldLayoutMk cId="848707384" sldId="2147483782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5:01.509" v="39"/>
          <pc:sldLayoutMkLst>
            <pc:docMk/>
            <pc:sldMasterMk cId="2851424843" sldId="2147483785"/>
            <pc:sldLayoutMk cId="2287775220" sldId="2147483783"/>
          </pc:sldLayoutMkLst>
        </pc:sldLayoutChg>
        <pc:sldLayoutChg chg="add del">
          <pc:chgData name="Cesar, Diana R" userId="S::dcesarr@hc.edu::393a9398-a761-4704-b7b7-17dfa71b249b" providerId="AD" clId="Web-{84D3E8FB-C408-668C-0538-9ED1373F7C12}" dt="2025-11-18T01:05:01.509" v="39"/>
          <pc:sldLayoutMkLst>
            <pc:docMk/>
            <pc:sldMasterMk cId="2851424843" sldId="2147483785"/>
            <pc:sldLayoutMk cId="3867272210" sldId="2147483784"/>
          </pc:sldLayoutMkLst>
        </pc:sldLayoutChg>
      </pc:sldMasterChg>
    </pc:docChg>
  </pc:docChgLst>
  <pc:docChgLst>
    <pc:chgData name="Cesar, Diana R" userId="S::dcesarr@hc.edu::393a9398-a761-4704-b7b7-17dfa71b249b" providerId="AD" clId="Web-{72888966-87AF-11BE-F77D-7610DFED9D9B}"/>
    <pc:docChg chg="addSld modSld">
      <pc:chgData name="Cesar, Diana R" userId="S::dcesarr@hc.edu::393a9398-a761-4704-b7b7-17dfa71b249b" providerId="AD" clId="Web-{72888966-87AF-11BE-F77D-7610DFED9D9B}" dt="2025-11-18T01:36:46.288" v="14"/>
      <pc:docMkLst>
        <pc:docMk/>
      </pc:docMkLst>
      <pc:sldChg chg="addSp modSp">
        <pc:chgData name="Cesar, Diana R" userId="S::dcesarr@hc.edu::393a9398-a761-4704-b7b7-17dfa71b249b" providerId="AD" clId="Web-{72888966-87AF-11BE-F77D-7610DFED9D9B}" dt="2025-11-18T01:35:39.740" v="2" actId="1076"/>
        <pc:sldMkLst>
          <pc:docMk/>
          <pc:sldMk cId="3713877001" sldId="264"/>
        </pc:sldMkLst>
        <pc:picChg chg="add mod">
          <ac:chgData name="Cesar, Diana R" userId="S::dcesarr@hc.edu::393a9398-a761-4704-b7b7-17dfa71b249b" providerId="AD" clId="Web-{72888966-87AF-11BE-F77D-7610DFED9D9B}" dt="2025-11-18T01:35:39.740" v="2" actId="1076"/>
          <ac:picMkLst>
            <pc:docMk/>
            <pc:sldMk cId="3713877001" sldId="264"/>
            <ac:picMk id="4" creationId="{256D4301-E930-5E83-9078-6C24B11A8620}"/>
          </ac:picMkLst>
        </pc:picChg>
      </pc:sldChg>
      <pc:sldChg chg="addSp modSp new mod setBg">
        <pc:chgData name="Cesar, Diana R" userId="S::dcesarr@hc.edu::393a9398-a761-4704-b7b7-17dfa71b249b" providerId="AD" clId="Web-{72888966-87AF-11BE-F77D-7610DFED9D9B}" dt="2025-11-18T01:36:46.288" v="14"/>
        <pc:sldMkLst>
          <pc:docMk/>
          <pc:sldMk cId="524687036" sldId="265"/>
        </pc:sldMkLst>
        <pc:spChg chg="mod">
          <ac:chgData name="Cesar, Diana R" userId="S::dcesarr@hc.edu::393a9398-a761-4704-b7b7-17dfa71b249b" providerId="AD" clId="Web-{72888966-87AF-11BE-F77D-7610DFED9D9B}" dt="2025-11-18T01:36:46.288" v="14"/>
          <ac:spMkLst>
            <pc:docMk/>
            <pc:sldMk cId="524687036" sldId="265"/>
            <ac:spMk id="2" creationId="{7FD77359-A31D-C23A-678A-5A21410A7D76}"/>
          </ac:spMkLst>
        </pc:spChg>
        <pc:spChg chg="add">
          <ac:chgData name="Cesar, Diana R" userId="S::dcesarr@hc.edu::393a9398-a761-4704-b7b7-17dfa71b249b" providerId="AD" clId="Web-{72888966-87AF-11BE-F77D-7610DFED9D9B}" dt="2025-11-18T01:36:46.288" v="14"/>
          <ac:spMkLst>
            <pc:docMk/>
            <pc:sldMk cId="524687036" sldId="265"/>
            <ac:spMk id="11" creationId="{DEF92653-5D6D-47E6-8744-0DAF76E049C4}"/>
          </ac:spMkLst>
        </pc:spChg>
        <pc:cxnChg chg="add">
          <ac:chgData name="Cesar, Diana R" userId="S::dcesarr@hc.edu::393a9398-a761-4704-b7b7-17dfa71b249b" providerId="AD" clId="Web-{72888966-87AF-11BE-F77D-7610DFED9D9B}" dt="2025-11-18T01:36:46.288" v="14"/>
          <ac:cxnSpMkLst>
            <pc:docMk/>
            <pc:sldMk cId="524687036" sldId="265"/>
            <ac:cxnSpMk id="7" creationId="{F64F9B95-9045-48D2-B9F3-2927E98F54AA}"/>
          </ac:cxnSpMkLst>
        </pc:cxnChg>
        <pc:cxnChg chg="add">
          <ac:chgData name="Cesar, Diana R" userId="S::dcesarr@hc.edu::393a9398-a761-4704-b7b7-17dfa71b249b" providerId="AD" clId="Web-{72888966-87AF-11BE-F77D-7610DFED9D9B}" dt="2025-11-18T01:36:46.288" v="14"/>
          <ac:cxnSpMkLst>
            <pc:docMk/>
            <pc:sldMk cId="524687036" sldId="265"/>
            <ac:cxnSpMk id="9" creationId="{085AA86F-6A4D-4BCB-A045-D992CDC2959B}"/>
          </ac:cxnSpMkLst>
        </pc:cxnChg>
        <pc:cxnChg chg="add">
          <ac:chgData name="Cesar, Diana R" userId="S::dcesarr@hc.edu::393a9398-a761-4704-b7b7-17dfa71b249b" providerId="AD" clId="Web-{72888966-87AF-11BE-F77D-7610DFED9D9B}" dt="2025-11-18T01:36:46.288" v="14"/>
          <ac:cxnSpMkLst>
            <pc:docMk/>
            <pc:sldMk cId="524687036" sldId="265"/>
            <ac:cxnSpMk id="13" creationId="{9CA98CE3-81A7-4FFE-A047-9AA65998D877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791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301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09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838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4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235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296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276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706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244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281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3331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1" r:id="rId6"/>
    <p:sldLayoutId id="2147483697" r:id="rId7"/>
    <p:sldLayoutId id="2147483698" r:id="rId8"/>
    <p:sldLayoutId id="2147483699" r:id="rId9"/>
    <p:sldLayoutId id="2147483700" r:id="rId10"/>
    <p:sldLayoutId id="214748370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/>
          </a:bodyPr>
          <a:lstStyle/>
          <a:p>
            <a:r>
              <a:rPr lang="en-US"/>
              <a:t>Chapter 5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19964" y="4785543"/>
            <a:ext cx="5322013" cy="1005657"/>
          </a:xfrm>
        </p:spPr>
        <p:txBody>
          <a:bodyPr>
            <a:normAutofit/>
          </a:bodyPr>
          <a:lstStyle/>
          <a:p>
            <a:r>
              <a:rPr lang="en-US"/>
              <a:t>Group 7</a:t>
            </a:r>
          </a:p>
          <a:p>
            <a:r>
              <a:rPr lang="en-US"/>
              <a:t>Diana Cesar, Ashley Mikel, Cameren Sudduth</a:t>
            </a:r>
          </a:p>
        </p:txBody>
      </p:sp>
      <p:pic>
        <p:nvPicPr>
          <p:cNvPr id="4" name="Picture 3" descr="An abstract genetic concept">
            <a:extLst>
              <a:ext uri="{FF2B5EF4-FFF2-40B4-BE49-F238E27FC236}">
                <a16:creationId xmlns:a16="http://schemas.microsoft.com/office/drawing/2014/main" id="{9F3BFC5B-0F6F-5118-F477-622F03695E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833" r="12056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225D89-940E-89BF-1954-C88A1B8A1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59" y="1177348"/>
            <a:ext cx="3330906" cy="34410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200"/>
              <a:t>Updated data dictionary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16F42291-8D63-5606-443A-F22C704D85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7" t="382" r="816"/>
          <a:stretch>
            <a:fillRect/>
          </a:stretch>
        </p:blipFill>
        <p:spPr>
          <a:xfrm>
            <a:off x="761517" y="1159857"/>
            <a:ext cx="7082783" cy="4559749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885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9336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41BFA31-6544-45C2-9DA0-9E1C5E0B1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6AE0E3-51BE-7BCE-AACF-FCF710FD0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424" y="1532964"/>
            <a:ext cx="3744211" cy="25605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/>
              <a:t>Mysql statements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7594EFD-13B0-401C-9650-853A2EAE92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6FD55B1-743C-20BB-E83F-34C89D387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7081" y="1604350"/>
            <a:ext cx="3200732" cy="3657980"/>
          </a:xfrm>
          <a:prstGeom prst="rect">
            <a:avLst/>
          </a:prstGeom>
        </p:spPr>
      </p:pic>
      <p:pic>
        <p:nvPicPr>
          <p:cNvPr id="4" name="Picture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3E3F30FE-31CD-1305-185A-C759E1BC4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719" y="1668321"/>
            <a:ext cx="3235182" cy="3526084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EC41E46-FD55-45CE-BBBB-673BDF0205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0299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85297-A5D7-C845-08D4-FA0B46E12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Inserting records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D9312A-A71B-F8C7-33B4-6F8026D906EA}"/>
              </a:ext>
            </a:extLst>
          </p:cNvPr>
          <p:cNvSpPr txBox="1"/>
          <p:nvPr/>
        </p:nvSpPr>
        <p:spPr>
          <a:xfrm>
            <a:off x="700768" y="1714500"/>
            <a:ext cx="10082892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INSERT INTO 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ClassYear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(year) VALUES (1995);</a:t>
            </a:r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INSERT INTO 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ClassYear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(year) VALUES (2000);</a:t>
            </a:r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INSERT INTO 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ClassYear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(year) VALUES (2010);</a:t>
            </a:r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INSERT INTO 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ClassYear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(year) VALUES (2020);</a:t>
            </a:r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INSERT INTO 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ClassYear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(year) VALUES (2025);</a:t>
            </a:r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INSERT INTO 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DonorCircle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circleName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amountThreshold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 VALUES ('Bronze', 100.00);</a:t>
            </a:r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INSERT INTO 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DonorCircle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circleName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amountThreshold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 VALUES ('Silver', 500.00);</a:t>
            </a:r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INSERT INTO 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DonorCircle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circleName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amountThreshold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 VALUES ('Gold', 1000.00);</a:t>
            </a:r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INSERT INTO 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DonorCircle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circleName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amountThreshold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 VALUES ('Platinum', 5000.00);</a:t>
            </a:r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INSERT INTO 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DonorCircle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circleName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amountThreshold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 VALUES ('Founders', 10000.00);</a:t>
            </a:r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INSERT INTO 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DonorEvent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eventName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eventDate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 VALUES ('Annual Gala 2024', '2024-11-15');</a:t>
            </a:r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INSERT INTO 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DonorEvent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eventName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eventDate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 VALUES ('Phonathon Kickoff', '2025-01-20');</a:t>
            </a:r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INSERT INTO 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DonorEvent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eventName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eventDate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 VALUES ('Spring Mixer', '2025-04-10');</a:t>
            </a:r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INSERT INTO 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DonorEvent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eventName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eventDate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 VALUES ('Alumni Weekend Lunch', '2025-06-05');</a:t>
            </a:r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INSERT INTO 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DonorEvent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eventName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eventDate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 VALUES ('Faculty Reception', '2025-09-01');</a:t>
            </a:r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INSERT INTO Employer (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EmployerID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name, address, 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contactPerson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 VALUES (1, '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TechCorp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Solutions', '100 Main St', 'Alice Smith');</a:t>
            </a:r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INSERT INTO Employer (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EmployerID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name, address, 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contactPerson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 VALUES (2, 'Global Finance Group', '20 Wall St', 'Bob Johnson');</a:t>
            </a:r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INSERT INTO Employer (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EmployerID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name, address, 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contactPerson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 VALUES (3, 'City Hospital Network', '300 Oak Ave', 'Dr. Carol Lee');</a:t>
            </a:r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INSERT INTO Employer (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EmployerID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name, address, 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contactPerson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 VALUES (4, 'Alpha University', '400 College Dr', 'Dean 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Davis'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INSERT INTO Employer (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EmployerID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name, address, </a:t>
            </a:r>
            <a:r>
              <a:rPr lang="en-US" sz="12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contactPerson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 VALUES (5, 'Local Bakery', '50 Market St', 'Eve Adams');</a:t>
            </a:r>
          </a:p>
          <a:p>
            <a:r>
              <a:rPr lang="en-US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                                                                                            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894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86F46-0D4F-E42E-722F-F46D11A69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Mysql</a:t>
            </a:r>
            <a:r>
              <a:rPr lang="en-US" dirty="0"/>
              <a:t> queries</a:t>
            </a:r>
          </a:p>
        </p:txBody>
      </p:sp>
      <p:pic>
        <p:nvPicPr>
          <p:cNvPr id="3" name="Picture 2" descr="A close up of a number&#10;&#10;AI-generated content may be incorrect.">
            <a:extLst>
              <a:ext uri="{FF2B5EF4-FFF2-40B4-BE49-F238E27FC236}">
                <a16:creationId xmlns:a16="http://schemas.microsoft.com/office/drawing/2014/main" id="{A948AC7E-5CD8-65A0-0ADC-7A9043BE5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652" y="2819400"/>
            <a:ext cx="7181850" cy="23622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3F09E23-C806-69FE-9201-5EEF4CDA7DE8}"/>
              </a:ext>
            </a:extLst>
          </p:cNvPr>
          <p:cNvSpPr txBox="1">
            <a:spLocks/>
          </p:cNvSpPr>
          <p:nvPr/>
        </p:nvSpPr>
        <p:spPr>
          <a:xfrm>
            <a:off x="699169" y="1711569"/>
            <a:ext cx="10654631" cy="684804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cap="none" dirty="0">
                <a:ea typeface="+mj-lt"/>
                <a:cs typeface="+mj-lt"/>
              </a:rPr>
              <a:t>List the names of all Donors who attended the 'Annual Gala 2024' and also belong to the </a:t>
            </a:r>
            <a:r>
              <a:rPr lang="en-US" sz="2000" cap="none" dirty="0" err="1">
                <a:ea typeface="+mj-lt"/>
                <a:cs typeface="+mj-lt"/>
              </a:rPr>
              <a:t>ClassYear</a:t>
            </a:r>
            <a:r>
              <a:rPr lang="en-US" sz="2000" cap="none" dirty="0">
                <a:ea typeface="+mj-lt"/>
                <a:cs typeface="+mj-lt"/>
              </a:rPr>
              <a:t> 1995 (as an Alumnus).</a:t>
            </a:r>
            <a:endParaRPr lang="en-US" dirty="0"/>
          </a:p>
        </p:txBody>
      </p:sp>
      <p:pic>
        <p:nvPicPr>
          <p:cNvPr id="7" name="Picture 6" descr="A close up of a logo&#10;&#10;AI-generated content may be incorrect.">
            <a:extLst>
              <a:ext uri="{FF2B5EF4-FFF2-40B4-BE49-F238E27FC236}">
                <a16:creationId xmlns:a16="http://schemas.microsoft.com/office/drawing/2014/main" id="{FF65E1BF-1D88-E618-8A29-4E5566954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734" y="3431020"/>
            <a:ext cx="2038350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351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8306B-8976-3129-4476-21496EC63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DA21D-2D12-0C4F-BDC6-D57AA1B2B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Mysql</a:t>
            </a:r>
            <a:r>
              <a:rPr lang="en-US" dirty="0"/>
              <a:t> queries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1E76A61-0621-FB72-D2CD-8895E4C36882}"/>
              </a:ext>
            </a:extLst>
          </p:cNvPr>
          <p:cNvSpPr txBox="1">
            <a:spLocks/>
          </p:cNvSpPr>
          <p:nvPr/>
        </p:nvSpPr>
        <p:spPr>
          <a:xfrm>
            <a:off x="699169" y="1711569"/>
            <a:ext cx="10654631" cy="6848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cap="none" dirty="0">
                <a:ea typeface="+mj-lt"/>
                <a:cs typeface="+mj-lt"/>
              </a:rPr>
              <a:t>List the unique names of Employers who had an employee make a pledge in July 2025.</a:t>
            </a:r>
            <a:endParaRPr lang="en-US" dirty="0">
              <a:ea typeface="+mj-lt"/>
              <a:cs typeface="+mj-lt"/>
            </a:endParaRPr>
          </a:p>
        </p:txBody>
      </p: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0CB51D2A-622E-EE77-3B06-ABE19F894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2968" y="3299624"/>
            <a:ext cx="2362200" cy="8191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BF5738-84D2-301E-6770-992FBF619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187" y="2391508"/>
            <a:ext cx="6525358" cy="311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094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7460A-4DA3-8783-0833-524391F5F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94AFC-5007-9174-F8BC-E3A62A174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Mysql</a:t>
            </a:r>
            <a:r>
              <a:rPr lang="en-US" dirty="0"/>
              <a:t> queries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0C84697-91B4-7B31-418F-C7ABCE4CD783}"/>
              </a:ext>
            </a:extLst>
          </p:cNvPr>
          <p:cNvSpPr txBox="1">
            <a:spLocks/>
          </p:cNvSpPr>
          <p:nvPr/>
        </p:nvSpPr>
        <p:spPr>
          <a:xfrm>
            <a:off x="699169" y="1711569"/>
            <a:ext cx="10654631" cy="6848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cap="none" dirty="0">
                <a:ea typeface="+mj-lt"/>
                <a:cs typeface="+mj-lt"/>
              </a:rPr>
              <a:t>Find the name of all Donors who made a pledge using 'credit' as the payment method.</a:t>
            </a:r>
            <a:endParaRPr lang="en-US" dirty="0">
              <a:ea typeface="+mj-lt"/>
              <a:cs typeface="+mj-lt"/>
            </a:endParaRPr>
          </a:p>
        </p:txBody>
      </p:sp>
      <p:pic>
        <p:nvPicPr>
          <p:cNvPr id="3" name="Picture 2" descr="A close up of a name&#10;&#10;AI-generated content may be incorrect.">
            <a:extLst>
              <a:ext uri="{FF2B5EF4-FFF2-40B4-BE49-F238E27FC236}">
                <a16:creationId xmlns:a16="http://schemas.microsoft.com/office/drawing/2014/main" id="{59A90360-45AE-0C3D-DAF2-1239AA989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1171" y="3157171"/>
            <a:ext cx="2228850" cy="1276350"/>
          </a:xfrm>
          <a:prstGeom prst="rect">
            <a:avLst/>
          </a:prstGeom>
        </p:spPr>
      </p:pic>
      <p:pic>
        <p:nvPicPr>
          <p:cNvPr id="7" name="Picture 6" descr="A close-up of a number&#10;&#10;AI-generated content may be incorrect.">
            <a:extLst>
              <a:ext uri="{FF2B5EF4-FFF2-40B4-BE49-F238E27FC236}">
                <a16:creationId xmlns:a16="http://schemas.microsoft.com/office/drawing/2014/main" id="{554CC605-D4FB-83BC-5EC5-CDC896082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54" y="2395171"/>
            <a:ext cx="6248400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257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D3601-E4C0-BA6C-81BF-A2B6A1132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82604-9094-3BC2-132D-A246AC303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Mysql</a:t>
            </a:r>
            <a:r>
              <a:rPr lang="en-US" dirty="0"/>
              <a:t> queries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90AAE5F-0A97-E182-BB00-9DF62C2A411D}"/>
              </a:ext>
            </a:extLst>
          </p:cNvPr>
          <p:cNvSpPr txBox="1">
            <a:spLocks/>
          </p:cNvSpPr>
          <p:nvPr/>
        </p:nvSpPr>
        <p:spPr>
          <a:xfrm>
            <a:off x="699169" y="1711569"/>
            <a:ext cx="10654631" cy="6848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cap="none" dirty="0">
                <a:ea typeface="+mj-lt"/>
                <a:cs typeface="+mj-lt"/>
              </a:rPr>
              <a:t>List the names and categories of all Donors who made a pledge that qualified for the 'Silver' circle.</a:t>
            </a:r>
            <a:endParaRPr lang="en-US" dirty="0">
              <a:ea typeface="+mj-lt"/>
              <a:cs typeface="+mj-lt"/>
            </a:endParaRPr>
          </a:p>
        </p:txBody>
      </p:sp>
      <p:pic>
        <p:nvPicPr>
          <p:cNvPr id="4" name="Picture 3" descr="A close-up of a grey and black sign&#10;&#10;AI-generated content may be incorrect.">
            <a:extLst>
              <a:ext uri="{FF2B5EF4-FFF2-40B4-BE49-F238E27FC236}">
                <a16:creationId xmlns:a16="http://schemas.microsoft.com/office/drawing/2014/main" id="{5A83308E-5DFD-55A4-18B7-D5BF25D8B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5088" y="3206994"/>
            <a:ext cx="3771900" cy="7810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7E6DE3-DF1C-5BCC-0F0A-E1E6E78EC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256" y="2221523"/>
            <a:ext cx="6267450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738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31AF8-4142-135B-CC47-B89A7544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0851A-2537-F470-5DD2-F0B9328FB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Mysql</a:t>
            </a:r>
            <a:r>
              <a:rPr lang="en-US" dirty="0"/>
              <a:t> queries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8D28FC-D5C8-4577-7DB6-E20DE6393BBC}"/>
              </a:ext>
            </a:extLst>
          </p:cNvPr>
          <p:cNvSpPr txBox="1">
            <a:spLocks/>
          </p:cNvSpPr>
          <p:nvPr/>
        </p:nvSpPr>
        <p:spPr>
          <a:xfrm>
            <a:off x="699169" y="1711569"/>
            <a:ext cx="10654631" cy="684804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cap="none" dirty="0">
                <a:ea typeface="+mj-lt"/>
                <a:cs typeface="+mj-lt"/>
              </a:rPr>
              <a:t>Calculate the total amount pledged that is eligible for a matching gift (where an </a:t>
            </a:r>
            <a:r>
              <a:rPr lang="en-US" sz="2000" cap="none" dirty="0" err="1">
                <a:ea typeface="+mj-lt"/>
                <a:cs typeface="+mj-lt"/>
              </a:rPr>
              <a:t>EmployerID</a:t>
            </a:r>
            <a:r>
              <a:rPr lang="en-US" sz="2000" cap="none" dirty="0">
                <a:ea typeface="+mj-lt"/>
                <a:cs typeface="+mj-lt"/>
              </a:rPr>
              <a:t> is present on the pledge).</a:t>
            </a:r>
            <a:endParaRPr lang="en-US" dirty="0"/>
          </a:p>
        </p:txBody>
      </p:sp>
      <p:pic>
        <p:nvPicPr>
          <p:cNvPr id="3" name="Picture 2" descr="A close up of a logo&#10;&#10;AI-generated content may be incorrect.">
            <a:extLst>
              <a:ext uri="{FF2B5EF4-FFF2-40B4-BE49-F238E27FC236}">
                <a16:creationId xmlns:a16="http://schemas.microsoft.com/office/drawing/2014/main" id="{A79218F4-D6B3-A58C-2377-FBF1946B3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731" y="3426069"/>
            <a:ext cx="4191000" cy="914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56D4301-E930-5E83-9078-6C24B11A8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173" y="2950345"/>
            <a:ext cx="5890684" cy="2173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877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D77359-A31D-C23A-678A-5A21410A7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2" y="960594"/>
            <a:ext cx="5828114" cy="49368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000"/>
              <a:t>Thank  you!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315200" y="1733549"/>
            <a:ext cx="0" cy="3390901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4687036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ChronicleVTI</vt:lpstr>
      <vt:lpstr>Chapter 5 Presentation</vt:lpstr>
      <vt:lpstr>Updated data dictionary</vt:lpstr>
      <vt:lpstr>Mysql statements</vt:lpstr>
      <vt:lpstr>Inserting records</vt:lpstr>
      <vt:lpstr>Mysql queries</vt:lpstr>
      <vt:lpstr>Mysql queries</vt:lpstr>
      <vt:lpstr>Mysql queries</vt:lpstr>
      <vt:lpstr>Mysql queries</vt:lpstr>
      <vt:lpstr>Mysql queries</vt:lpstr>
      <vt:lpstr>Thank 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97</cp:revision>
  <dcterms:created xsi:type="dcterms:W3CDTF">2025-11-18T01:03:03Z</dcterms:created>
  <dcterms:modified xsi:type="dcterms:W3CDTF">2025-11-18T01:36:53Z</dcterms:modified>
</cp:coreProperties>
</file>